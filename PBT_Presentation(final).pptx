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8"/>
  </p:notesMasterIdLst>
  <p:handoutMasterIdLst>
    <p:handoutMasterId r:id="rId19"/>
  </p:handoutMasterIdLst>
  <p:sldIdLst>
    <p:sldId id="256" r:id="rId5"/>
    <p:sldId id="266" r:id="rId6"/>
    <p:sldId id="309" r:id="rId7"/>
    <p:sldId id="308" r:id="rId8"/>
    <p:sldId id="305" r:id="rId9"/>
    <p:sldId id="311" r:id="rId10"/>
    <p:sldId id="307" r:id="rId11"/>
    <p:sldId id="313" r:id="rId12"/>
    <p:sldId id="315" r:id="rId13"/>
    <p:sldId id="316" r:id="rId14"/>
    <p:sldId id="314" r:id="rId15"/>
    <p:sldId id="295" r:id="rId16"/>
    <p:sldId id="284" r:id="rId17"/>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84" autoAdjust="0"/>
    <p:restoredTop sz="81413" autoAdjust="0"/>
  </p:normalViewPr>
  <p:slideViewPr>
    <p:cSldViewPr snapToGrid="0">
      <p:cViewPr varScale="1">
        <p:scale>
          <a:sx n="102" d="100"/>
          <a:sy n="102" d="100"/>
        </p:scale>
        <p:origin x="368" y="176"/>
      </p:cViewPr>
      <p:guideLst/>
    </p:cSldViewPr>
  </p:slideViewPr>
  <p:outlineViewPr>
    <p:cViewPr>
      <p:scale>
        <a:sx n="33" d="100"/>
        <a:sy n="33" d="100"/>
      </p:scale>
      <p:origin x="0" y="-576"/>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4" d="100"/>
          <a:sy n="114" d="100"/>
        </p:scale>
        <p:origin x="2226"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A65D721-3F0A-41A3-B555-1F61C07BF1BE}" type="datetime1">
              <a:rPr lang="en-GB" smtClean="0"/>
              <a:t>03/12/2025</a:t>
            </a:fld>
            <a:endParaRPr lang="en-GB" dirty="0"/>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AF8A362-CAFC-4987-9A50-47570528395E}" type="slidenum">
              <a:rPr lang="en-GB" smtClean="0"/>
              <a:t>‹#›</a:t>
            </a:fld>
            <a:endParaRPr lang="en-GB" dirty="0"/>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0543ED9D-E132-4572-9D4D-99356D8DF6B4}" type="datetime1">
              <a:rPr lang="en-GB" smtClean="0"/>
              <a:t>03/12/2025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4EEB602-95FC-483A-B12D-216A7AD7EA24}" type="slidenum">
              <a:rPr lang="en-GB" smtClean="0"/>
              <a:t>‹#›</a:t>
            </a:fld>
            <a:endParaRPr lang="en-GB" dirty="0"/>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effectLst/>
                <a:latin typeface="Helvetica Neue" panose="02000503000000020004" pitchFamily="2" charset="0"/>
              </a:rPr>
              <a:t>Good day everyone, my name is Ethan Roelf, I hope you are all well. I am certainly not, because this project gave me a couple more grey hairs, just joking.</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To give you a quick rundown of who I am and the role I played in this project, I am one of the data engineers at PBT. I have about 10 years expertise within the data engineering field.</a:t>
            </a:r>
            <a:br>
              <a:rPr lang="en-ZA" dirty="0">
                <a:effectLst/>
                <a:latin typeface="Helvetica Neue" panose="02000503000000020004" pitchFamily="2" charset="0"/>
              </a:rPr>
            </a:br>
            <a:r>
              <a:rPr lang="en-ZA" dirty="0">
                <a:effectLst/>
                <a:latin typeface="Helvetica Neue" panose="02000503000000020004" pitchFamily="2" charset="0"/>
              </a:rPr>
              <a:t>About 1 week ago, management approached me, saying that one of their clients really needed help in identifying the impact of a campaign they just recently launched. </a:t>
            </a:r>
          </a:p>
          <a:p>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I thought okay sure, lets go and have a sit down meeting with the client so that I could conduct an in depth requirements analysis to ensure that we produce an effective solution.</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Nope.</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This client invested a large sum of capital into this campaign, so every second that passed by without them having insight into the performance of their campaign, meant they were potentially losing.</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So time was of the essence. And to be exact, we had to work with a 7 day deadline.</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However, even with the tight deadline, to kick off this project, I still started off by spending the entirety of the first day just trying to understand the use case and what exactly it is that the client wants.</a:t>
            </a:r>
          </a:p>
        </p:txBody>
      </p:sp>
      <p:sp>
        <p:nvSpPr>
          <p:cNvPr id="4" name="Date Placeholder 3"/>
          <p:cNvSpPr>
            <a:spLocks noGrp="1"/>
          </p:cNvSpPr>
          <p:nvPr>
            <p:ph type="dt" idx="1"/>
          </p:nvPr>
        </p:nvSpPr>
        <p:spPr/>
        <p:txBody>
          <a:bodyPr/>
          <a:lstStyle/>
          <a:p>
            <a:pPr rtl="0"/>
            <a:fld id="{0543ED9D-E132-4572-9D4D-99356D8DF6B4}" type="datetime1">
              <a:rPr lang="en-GB" smtClean="0"/>
              <a:t>03/12/2025</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1</a:t>
            </a:fld>
            <a:endParaRPr lang="en-GB" dirty="0"/>
          </a:p>
        </p:txBody>
      </p:sp>
    </p:spTree>
    <p:extLst>
      <p:ext uri="{BB962C8B-B14F-4D97-AF65-F5344CB8AC3E}">
        <p14:creationId xmlns:p14="http://schemas.microsoft.com/office/powerpoint/2010/main" val="3878100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en-ZA" dirty="0">
                <a:effectLst/>
                <a:latin typeface="Helvetica Neue" panose="02000503000000020004" pitchFamily="2" charset="0"/>
              </a:rPr>
              <a:t>So, with that being said, I’d like to start off on that point.</a:t>
            </a:r>
          </a:p>
          <a:p>
            <a:endParaRPr lang="en-ZA" dirty="0">
              <a:effectLst/>
              <a:latin typeface="Helvetica Neue" panose="02000503000000020004" pitchFamily="2" charset="0"/>
            </a:endParaRPr>
          </a:p>
          <a:p>
            <a:r>
              <a:rPr lang="en-ZA" dirty="0">
                <a:effectLst/>
                <a:latin typeface="Helvetica Neue" panose="02000503000000020004" pitchFamily="2" charset="0"/>
              </a:rPr>
              <a:t>What is the use case, what is the problem in the use case, where does the gap lie, and how do we ultimately fill this gap?</a:t>
            </a:r>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The client for this project was </a:t>
            </a:r>
            <a:r>
              <a:rPr lang="en-ZA" dirty="0" err="1">
                <a:effectLst/>
                <a:latin typeface="Helvetica Neue" panose="02000503000000020004" pitchFamily="2" charset="0"/>
              </a:rPr>
              <a:t>Vmobile</a:t>
            </a:r>
            <a:r>
              <a:rPr lang="en-ZA" dirty="0">
                <a:effectLst/>
                <a:latin typeface="Helvetica Neue" panose="02000503000000020004" pitchFamily="2" charset="0"/>
              </a:rPr>
              <a:t>, specifically their marketing department. For simplicity, throughout this presentation I’ll refer to the client as Marketing.</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Marketing recently launched a free minutes campaign to their subscribers. This campaign involved allocating free minutes every week, to those subscribers who qualified within the week. We assume that Marketing launched this campaign in order to drive subscriber usage and spending up.</a:t>
            </a:r>
          </a:p>
          <a:p>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However, there is one fundamental problem. Marketing has no insight to whether their campaign accomplishes this or not. This is  because they cant see; week on week; whether there is an increase or a decrease of qualifying subscribers.</a:t>
            </a:r>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And this is ultimately where the gap lies. </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Marketing does not have a consolidated view of the total amount of qualifying subscribers each week.</a:t>
            </a:r>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2</a:t>
            </a:fld>
            <a:endParaRPr lang="en-GB" dirty="0"/>
          </a:p>
        </p:txBody>
      </p:sp>
      <p:sp>
        <p:nvSpPr>
          <p:cNvPr id="5" name="Date Placeholder 4">
            <a:extLst>
              <a:ext uri="{FF2B5EF4-FFF2-40B4-BE49-F238E27FC236}">
                <a16:creationId xmlns:a16="http://schemas.microsoft.com/office/drawing/2014/main" id="{63C3856A-F3CD-4032-ADA9-B0D70F59EF3B}"/>
              </a:ext>
            </a:extLst>
          </p:cNvPr>
          <p:cNvSpPr>
            <a:spLocks noGrp="1"/>
          </p:cNvSpPr>
          <p:nvPr>
            <p:ph type="dt" idx="1"/>
          </p:nvPr>
        </p:nvSpPr>
        <p:spPr/>
        <p:txBody>
          <a:bodyPr/>
          <a:lstStyle/>
          <a:p>
            <a:pPr rtl="0"/>
            <a:fld id="{A64ED303-13BD-42F6-8013-753048B08EED}" type="datetime1">
              <a:rPr lang="en-GB" smtClean="0"/>
              <a:t>03/12/2025</a:t>
            </a:fld>
            <a:endParaRPr lang="en-GB" dirty="0"/>
          </a:p>
        </p:txBody>
      </p:sp>
    </p:spTree>
    <p:extLst>
      <p:ext uri="{BB962C8B-B14F-4D97-AF65-F5344CB8AC3E}">
        <p14:creationId xmlns:p14="http://schemas.microsoft.com/office/powerpoint/2010/main" val="1727451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en-ZA" dirty="0">
                <a:effectLst/>
                <a:latin typeface="Helvetica Neue" panose="02000503000000020004" pitchFamily="2" charset="0"/>
              </a:rPr>
              <a:t>With that being said, I identified our first goal, which is to generate a report that contains the qualifying subscribers for each week.</a:t>
            </a:r>
          </a:p>
          <a:p>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However, marketing also asked for additional visualizations to aid them in identifying trends in the qualifying subscriber numbers over time. Furthermore, they requested that</a:t>
            </a:r>
          </a:p>
          <a:p>
            <a:r>
              <a:rPr lang="en-ZA" dirty="0">
                <a:effectLst/>
                <a:latin typeface="Helvetica Neue" panose="02000503000000020004" pitchFamily="2" charset="0"/>
              </a:rPr>
              <a:t>the visualization also aids them in identifying the area which generates the most qualifying subscribers each week.</a:t>
            </a:r>
          </a:p>
          <a:p>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And this slide is probably thee most important slide in this entire presentation, because these points, determined the entire development process of the technical solution. </a:t>
            </a:r>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3</a:t>
            </a:fld>
            <a:endParaRPr lang="en-GB" dirty="0"/>
          </a:p>
        </p:txBody>
      </p:sp>
      <p:sp>
        <p:nvSpPr>
          <p:cNvPr id="5" name="Date Placeholder 4">
            <a:extLst>
              <a:ext uri="{FF2B5EF4-FFF2-40B4-BE49-F238E27FC236}">
                <a16:creationId xmlns:a16="http://schemas.microsoft.com/office/drawing/2014/main" id="{63C3856A-F3CD-4032-ADA9-B0D70F59EF3B}"/>
              </a:ext>
            </a:extLst>
          </p:cNvPr>
          <p:cNvSpPr>
            <a:spLocks noGrp="1"/>
          </p:cNvSpPr>
          <p:nvPr>
            <p:ph type="dt" idx="1"/>
          </p:nvPr>
        </p:nvSpPr>
        <p:spPr/>
        <p:txBody>
          <a:bodyPr/>
          <a:lstStyle/>
          <a:p>
            <a:pPr rtl="0"/>
            <a:fld id="{A64ED303-13BD-42F6-8013-753048B08EED}" type="datetime1">
              <a:rPr lang="en-GB" smtClean="0"/>
              <a:t>03/12/2025</a:t>
            </a:fld>
            <a:endParaRPr lang="en-GB" dirty="0"/>
          </a:p>
        </p:txBody>
      </p:sp>
    </p:spTree>
    <p:extLst>
      <p:ext uri="{BB962C8B-B14F-4D97-AF65-F5344CB8AC3E}">
        <p14:creationId xmlns:p14="http://schemas.microsoft.com/office/powerpoint/2010/main" val="1736912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en-ZA" dirty="0">
                <a:effectLst/>
                <a:latin typeface="Helvetica Neue" panose="02000503000000020004" pitchFamily="2" charset="0"/>
              </a:rPr>
              <a:t>Once I identified those 2 core deliverables for the project, I then started working backwards from each deliverable. I started listing all the in-scope items for this project, as well as how I was going to manage each item across the 7-day timespan.</a:t>
            </a:r>
          </a:p>
          <a:p>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As you can see on the slide, we have about 7 in-scope items. I am not going to delve too deep into the actual code of the solution as I want to keep this presentation as simple as possible for you all. However if you have any questions whatsoever, please don’t hesitate to ask me, I promise you, I don’t bite.</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To start it off, overall, </a:t>
            </a:r>
            <a:r>
              <a:rPr lang="en-ZA" dirty="0"/>
              <a:t>I adopted a three-phase Extract-Transform-Load (ETL) process</a:t>
            </a:r>
            <a:r>
              <a:rPr lang="en-ZA" dirty="0">
                <a:effectLst/>
                <a:latin typeface="Helvetica Neue" panose="02000503000000020004" pitchFamily="2" charset="0"/>
              </a:rPr>
              <a:t> for this project</a:t>
            </a:r>
          </a:p>
          <a:p>
            <a:br>
              <a:rPr lang="en-ZA" dirty="0">
                <a:effectLst/>
                <a:latin typeface="Helvetica Neue" panose="02000503000000020004" pitchFamily="2" charset="0"/>
              </a:rPr>
            </a:br>
            <a:endParaRPr lang="en-ZA" dirty="0">
              <a:effectLst/>
              <a:latin typeface="Helvetica Neue" panose="02000503000000020004" pitchFamily="2" charset="0"/>
            </a:endParaRPr>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4</a:t>
            </a:fld>
            <a:endParaRPr lang="en-GB" dirty="0"/>
          </a:p>
        </p:txBody>
      </p:sp>
      <p:sp>
        <p:nvSpPr>
          <p:cNvPr id="5" name="Date Placeholder 4">
            <a:extLst>
              <a:ext uri="{FF2B5EF4-FFF2-40B4-BE49-F238E27FC236}">
                <a16:creationId xmlns:a16="http://schemas.microsoft.com/office/drawing/2014/main" id="{63C3856A-F3CD-4032-ADA9-B0D70F59EF3B}"/>
              </a:ext>
            </a:extLst>
          </p:cNvPr>
          <p:cNvSpPr>
            <a:spLocks noGrp="1"/>
          </p:cNvSpPr>
          <p:nvPr>
            <p:ph type="dt" idx="1"/>
          </p:nvPr>
        </p:nvSpPr>
        <p:spPr/>
        <p:txBody>
          <a:bodyPr/>
          <a:lstStyle/>
          <a:p>
            <a:pPr rtl="0"/>
            <a:fld id="{A64ED303-13BD-42F6-8013-753048B08EED}" type="datetime1">
              <a:rPr lang="en-GB" smtClean="0"/>
              <a:t>03/12/2025</a:t>
            </a:fld>
            <a:endParaRPr lang="en-GB" dirty="0"/>
          </a:p>
        </p:txBody>
      </p:sp>
    </p:spTree>
    <p:extLst>
      <p:ext uri="{BB962C8B-B14F-4D97-AF65-F5344CB8AC3E}">
        <p14:creationId xmlns:p14="http://schemas.microsoft.com/office/powerpoint/2010/main" val="3060734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effectLst/>
                <a:latin typeface="Helvetica Neue" panose="02000503000000020004" pitchFamily="2" charset="0"/>
              </a:rPr>
              <a:t>Starting off with the database schema. The database schema was designed based off the final report which the client requested for, but also from the specifications I received in the Use Case document. I used the database provider MySQL for this project.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effectLst/>
                <a:latin typeface="Helvetica Neue" panose="02000503000000020004" pitchFamily="2" charset="0"/>
              </a:rPr>
              <a:t>All the code for the creation of the database schema can be reviewed in the “</a:t>
            </a:r>
            <a:r>
              <a:rPr lang="en-ZA" dirty="0" err="1">
                <a:effectLst/>
                <a:latin typeface="Helvetica Neue" panose="02000503000000020004" pitchFamily="2" charset="0"/>
              </a:rPr>
              <a:t>db_schema_creation.py</a:t>
            </a:r>
            <a:r>
              <a:rPr lang="en-ZA" dirty="0">
                <a:effectLst/>
                <a:latin typeface="Helvetica Neue" panose="02000503000000020004" pitchFamily="2" charset="0"/>
              </a:rPr>
              <a:t>” file. And once again, if you do have any questions, please feel free to ask them. To give you a quick overview of the database schema. We have 5 total MySQL tables. </a:t>
            </a:r>
            <a:r>
              <a:rPr lang="en-ZA" dirty="0" err="1">
                <a:effectLst/>
                <a:latin typeface="Helvetica Neue" panose="02000503000000020004" pitchFamily="2" charset="0"/>
              </a:rPr>
              <a:t>Vmobile</a:t>
            </a:r>
            <a:r>
              <a:rPr lang="en-ZA" dirty="0">
                <a:effectLst/>
                <a:latin typeface="Helvetica Neue" panose="02000503000000020004" pitchFamily="2" charset="0"/>
              </a:rPr>
              <a:t>, </a:t>
            </a:r>
            <a:r>
              <a:rPr lang="en-ZA" dirty="0" err="1">
                <a:effectLst/>
                <a:latin typeface="Helvetica Neue" panose="02000503000000020004" pitchFamily="2" charset="0"/>
              </a:rPr>
              <a:t>bluemobile</a:t>
            </a:r>
            <a:r>
              <a:rPr lang="en-ZA" dirty="0">
                <a:effectLst/>
                <a:latin typeface="Helvetica Neue" panose="02000503000000020004" pitchFamily="2" charset="0"/>
              </a:rPr>
              <a:t> and arrow mobile are the tables which contain the subscriber demographic information.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effectLst/>
                <a:latin typeface="Helvetica Neue" panose="02000503000000020004" pitchFamily="2" charset="0"/>
              </a:rPr>
              <a:t>These tables are not completely normalized, as they purely act as staging tables for the data.</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Lastly we have the 3 remaining tables – combined master record(which contains duplicate records), combined table no duplicates, and the qualifying subscribers table.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effectLst/>
                <a:latin typeface="Helvetica Neue" panose="02000503000000020004" pitchFamily="2" charset="0"/>
              </a:rPr>
              <a:t>Now that we identified the necessary tables for the database, we had to start looking at the raw data and how we were going to populate these database tables with the raw data.</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The assumption was made from the business document provided to me, that the data was </a:t>
            </a:r>
            <a:r>
              <a:rPr lang="en-ZA" dirty="0" err="1">
                <a:effectLst/>
                <a:latin typeface="Helvetica Neue" panose="02000503000000020004" pitchFamily="2" charset="0"/>
              </a:rPr>
              <a:t>infact</a:t>
            </a:r>
            <a:r>
              <a:rPr lang="en-ZA" dirty="0">
                <a:effectLst/>
                <a:latin typeface="Helvetica Neue" panose="02000503000000020004" pitchFamily="2" charset="0"/>
              </a:rPr>
              <a:t> clean.</a:t>
            </a:r>
            <a:br>
              <a:rPr lang="en-ZA" dirty="0">
                <a:effectLst/>
                <a:latin typeface="Helvetica Neue" panose="02000503000000020004" pitchFamily="2" charset="0"/>
              </a:rPr>
            </a:br>
            <a:r>
              <a:rPr lang="en-ZA" dirty="0">
                <a:effectLst/>
                <a:latin typeface="Helvetica Neue" panose="02000503000000020004" pitchFamily="2" charset="0"/>
              </a:rPr>
              <a:t>However, upon inspection of the raw csv files, it was determined that the data, was extremely messy. This was the first bottleneck I ran into. </a:t>
            </a:r>
          </a:p>
          <a:p>
            <a:pPr marL="0" marR="0" lvl="0" indent="0" algn="l" defTabSz="914400" rtl="0" eaLnBrk="1" fontAlgn="auto" latinLnBrk="0" hangingPunct="1">
              <a:lnSpc>
                <a:spcPct val="100000"/>
              </a:lnSpc>
              <a:spcBef>
                <a:spcPts val="0"/>
              </a:spcBef>
              <a:spcAft>
                <a:spcPts val="0"/>
              </a:spcAft>
              <a:buClrTx/>
              <a:buSzTx/>
              <a:buFontTx/>
              <a:buNone/>
              <a:tabLst/>
              <a:defRPr/>
            </a:pPr>
            <a:br>
              <a:rPr lang="en-ZA" dirty="0">
                <a:effectLst/>
                <a:latin typeface="Helvetica Neue" panose="02000503000000020004" pitchFamily="2" charset="0"/>
              </a:rPr>
            </a:br>
            <a:r>
              <a:rPr lang="en-ZA" dirty="0">
                <a:effectLst/>
                <a:latin typeface="Helvetica Neue" panose="02000503000000020004" pitchFamily="2" charset="0"/>
              </a:rPr>
              <a:t>However this was not a train smash. Pandas, a software library used in Python, really streamlined the </a:t>
            </a:r>
            <a:r>
              <a:rPr lang="en-ZA" dirty="0" err="1">
                <a:effectLst/>
                <a:latin typeface="Helvetica Neue" panose="02000503000000020004" pitchFamily="2" charset="0"/>
              </a:rPr>
              <a:t>processs</a:t>
            </a:r>
            <a:r>
              <a:rPr lang="en-ZA" dirty="0">
                <a:effectLst/>
                <a:latin typeface="Helvetica Neue" panose="02000503000000020004" pitchFamily="2" charset="0"/>
              </a:rPr>
              <a:t> of cleaning this data.</a:t>
            </a:r>
          </a:p>
          <a:p>
            <a:pPr marL="0" marR="0" lvl="0" indent="0" algn="l" defTabSz="914400" rtl="0" eaLnBrk="1" fontAlgn="auto" latinLnBrk="0" hangingPunct="1">
              <a:lnSpc>
                <a:spcPct val="100000"/>
              </a:lnSpc>
              <a:spcBef>
                <a:spcPts val="0"/>
              </a:spcBef>
              <a:spcAft>
                <a:spcPts val="0"/>
              </a:spcAft>
              <a:buClrTx/>
              <a:buSzTx/>
              <a:buFontTx/>
              <a:buNone/>
              <a:tabLst/>
              <a:defRPr/>
            </a:pPr>
            <a:br>
              <a:rPr lang="en-ZA" dirty="0">
                <a:effectLst/>
                <a:latin typeface="Helvetica Neue" panose="02000503000000020004" pitchFamily="2" charset="0"/>
              </a:rPr>
            </a:br>
            <a:r>
              <a:rPr lang="en-ZA" dirty="0">
                <a:effectLst/>
                <a:latin typeface="Helvetica Neue" panose="02000503000000020004" pitchFamily="2" charset="0"/>
              </a:rPr>
              <a:t>I started off with extracting and cleansing only the CSV files which contained the subscriber demographic information.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5</a:t>
            </a:fld>
            <a:endParaRPr lang="en-GB" dirty="0"/>
          </a:p>
        </p:txBody>
      </p:sp>
      <p:sp>
        <p:nvSpPr>
          <p:cNvPr id="5" name="Date Placeholder 4">
            <a:extLst>
              <a:ext uri="{FF2B5EF4-FFF2-40B4-BE49-F238E27FC236}">
                <a16:creationId xmlns:a16="http://schemas.microsoft.com/office/drawing/2014/main" id="{63C3856A-F3CD-4032-ADA9-B0D70F59EF3B}"/>
              </a:ext>
            </a:extLst>
          </p:cNvPr>
          <p:cNvSpPr>
            <a:spLocks noGrp="1"/>
          </p:cNvSpPr>
          <p:nvPr>
            <p:ph type="dt" idx="1"/>
          </p:nvPr>
        </p:nvSpPr>
        <p:spPr/>
        <p:txBody>
          <a:bodyPr/>
          <a:lstStyle/>
          <a:p>
            <a:pPr rtl="0"/>
            <a:fld id="{A64ED303-13BD-42F6-8013-753048B08EED}" type="datetime1">
              <a:rPr lang="en-GB" smtClean="0"/>
              <a:t>03/12/2025</a:t>
            </a:fld>
            <a:endParaRPr lang="en-GB" dirty="0"/>
          </a:p>
        </p:txBody>
      </p:sp>
    </p:spTree>
    <p:extLst>
      <p:ext uri="{BB962C8B-B14F-4D97-AF65-F5344CB8AC3E}">
        <p14:creationId xmlns:p14="http://schemas.microsoft.com/office/powerpoint/2010/main" val="1382577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en-ZA" dirty="0">
                <a:effectLst/>
                <a:latin typeface="Helvetica Neue" panose="02000503000000020004" pitchFamily="2" charset="0"/>
              </a:rPr>
              <a:t>Once I successfully extracted and loaded the subscriber information into their specific tables, I then had to determine the master record for each customer. </a:t>
            </a:r>
          </a:p>
          <a:p>
            <a:r>
              <a:rPr lang="en-ZA" dirty="0">
                <a:effectLst/>
                <a:latin typeface="Helvetica Neue" panose="02000503000000020004" pitchFamily="2" charset="0"/>
              </a:rPr>
              <a:t>This was also done using python and pandas. </a:t>
            </a:r>
          </a:p>
          <a:p>
            <a:endParaRPr lang="en-ZA" dirty="0">
              <a:effectLst/>
              <a:latin typeface="Helvetica Neue" panose="02000503000000020004" pitchFamily="2" charset="0"/>
            </a:endParaRPr>
          </a:p>
          <a:p>
            <a:r>
              <a:rPr lang="en-ZA" dirty="0">
                <a:effectLst/>
                <a:latin typeface="Helvetica Neue" panose="02000503000000020004" pitchFamily="2" charset="0"/>
              </a:rPr>
              <a:t>For better context, the diagram above illustrates the process for identifying the master record for each customer.</a:t>
            </a:r>
          </a:p>
          <a:p>
            <a:endParaRPr lang="en-ZA" dirty="0">
              <a:effectLst/>
              <a:latin typeface="Helvetica Neue" panose="02000503000000020004" pitchFamily="2" charset="0"/>
            </a:endParaRPr>
          </a:p>
          <a:p>
            <a:r>
              <a:rPr lang="en-ZA" dirty="0">
                <a:effectLst/>
                <a:latin typeface="Helvetica Neue" panose="02000503000000020004" pitchFamily="2" charset="0"/>
              </a:rPr>
              <a:t>Once I identified the master record for each customer, I could then populate the combined table, with duplicates. And thereafter using pandas again, I could populate the combined table without duplicates. This produced a single, clean MySQL table, containing unique customers only.</a:t>
            </a:r>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6</a:t>
            </a:fld>
            <a:endParaRPr lang="en-GB" dirty="0"/>
          </a:p>
        </p:txBody>
      </p:sp>
      <p:sp>
        <p:nvSpPr>
          <p:cNvPr id="5" name="Date Placeholder 4">
            <a:extLst>
              <a:ext uri="{FF2B5EF4-FFF2-40B4-BE49-F238E27FC236}">
                <a16:creationId xmlns:a16="http://schemas.microsoft.com/office/drawing/2014/main" id="{63C3856A-F3CD-4032-ADA9-B0D70F59EF3B}"/>
              </a:ext>
            </a:extLst>
          </p:cNvPr>
          <p:cNvSpPr>
            <a:spLocks noGrp="1"/>
          </p:cNvSpPr>
          <p:nvPr>
            <p:ph type="dt" idx="1"/>
          </p:nvPr>
        </p:nvSpPr>
        <p:spPr/>
        <p:txBody>
          <a:bodyPr/>
          <a:lstStyle/>
          <a:p>
            <a:pPr rtl="0"/>
            <a:fld id="{A64ED303-13BD-42F6-8013-753048B08EED}" type="datetime1">
              <a:rPr lang="en-GB" smtClean="0"/>
              <a:t>03/12/2025</a:t>
            </a:fld>
            <a:endParaRPr lang="en-GB" dirty="0"/>
          </a:p>
        </p:txBody>
      </p:sp>
    </p:spTree>
    <p:extLst>
      <p:ext uri="{BB962C8B-B14F-4D97-AF65-F5344CB8AC3E}">
        <p14:creationId xmlns:p14="http://schemas.microsoft.com/office/powerpoint/2010/main" val="1797498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en-ZA" dirty="0">
                <a:effectLst/>
                <a:latin typeface="Helvetica Neue" panose="02000503000000020004" pitchFamily="2" charset="0"/>
              </a:rPr>
              <a:t>I then had to do the same for the CSV files which contained the usage records for each subscriber.</a:t>
            </a:r>
          </a:p>
          <a:p>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However, this meant creating extra database tables for the usage records. Initially </a:t>
            </a:r>
            <a:r>
              <a:rPr lang="en-ZA" dirty="0" err="1">
                <a:effectLst/>
                <a:latin typeface="Helvetica Neue" panose="02000503000000020004" pitchFamily="2" charset="0"/>
              </a:rPr>
              <a:t>i</a:t>
            </a:r>
            <a:r>
              <a:rPr lang="en-ZA" dirty="0">
                <a:effectLst/>
                <a:latin typeface="Helvetica Neue" panose="02000503000000020004" pitchFamily="2" charset="0"/>
              </a:rPr>
              <a:t> wanted to create the tables for these CSV files, because instinctively, you’d think that it would serve a great purpose for auditing purposes. However, the idea of doing this was immediately eliminated, purely because I wanted to stick to the table specifications provided to me. </a:t>
            </a:r>
          </a:p>
          <a:p>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To further support the reason as to why </a:t>
            </a:r>
            <a:r>
              <a:rPr lang="en-ZA" dirty="0" err="1">
                <a:effectLst/>
                <a:latin typeface="Helvetica Neue" panose="02000503000000020004" pitchFamily="2" charset="0"/>
              </a:rPr>
              <a:t>i</a:t>
            </a:r>
            <a:r>
              <a:rPr lang="en-ZA" dirty="0">
                <a:effectLst/>
                <a:latin typeface="Helvetica Neue" panose="02000503000000020004" pitchFamily="2" charset="0"/>
              </a:rPr>
              <a:t> did not create database tables for the transactional data, transactional data can be very unpredictable regarding their volume of data. It could range from thousands of rows, to millions of rows. Calculating and aggregating this data in python memory, is far more efficient than first loading all that data into a physical  database table.</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This led me to once again, utilizing pandas to extract the data from the usage records and load them into memory. I then also read the subscriber data from the no duplicates </a:t>
            </a:r>
            <a:r>
              <a:rPr lang="en-ZA" dirty="0" err="1">
                <a:effectLst/>
                <a:latin typeface="Helvetica Neue" panose="02000503000000020004" pitchFamily="2" charset="0"/>
              </a:rPr>
              <a:t>sql</a:t>
            </a:r>
            <a:r>
              <a:rPr lang="en-ZA" dirty="0">
                <a:effectLst/>
                <a:latin typeface="Helvetica Neue" panose="02000503000000020004" pitchFamily="2" charset="0"/>
              </a:rPr>
              <a:t> tables into memory. This was crucial in calculating which subscribers qualified( according to the marketing department’s requirements) should get free minutes. As you can see from the illustration above, a customer could only qualify if they generated revenue of R30 or more for that specific week.</a:t>
            </a:r>
          </a:p>
          <a:p>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Once this logic was performed in memory, a final pandas </a:t>
            </a:r>
            <a:r>
              <a:rPr lang="en-ZA" dirty="0" err="1">
                <a:effectLst/>
                <a:latin typeface="Helvetica Neue" panose="02000503000000020004" pitchFamily="2" charset="0"/>
              </a:rPr>
              <a:t>dataframe</a:t>
            </a:r>
            <a:r>
              <a:rPr lang="en-ZA" dirty="0">
                <a:effectLst/>
                <a:latin typeface="Helvetica Neue" panose="02000503000000020004" pitchFamily="2" charset="0"/>
              </a:rPr>
              <a:t> was populated with qualifying subscriber information. This </a:t>
            </a:r>
            <a:r>
              <a:rPr lang="en-ZA" dirty="0" err="1">
                <a:effectLst/>
                <a:latin typeface="Helvetica Neue" panose="02000503000000020004" pitchFamily="2" charset="0"/>
              </a:rPr>
              <a:t>dataframe</a:t>
            </a:r>
            <a:r>
              <a:rPr lang="en-ZA" dirty="0">
                <a:effectLst/>
                <a:latin typeface="Helvetica Neue" panose="02000503000000020004" pitchFamily="2" charset="0"/>
              </a:rPr>
              <a:t> was then loaded into the final MySQL qualifying subscribers table, completing the extraction, transformation and load phase.</a:t>
            </a:r>
          </a:p>
          <a:p>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All the code for this phase of the project can be reviewed in the “</a:t>
            </a:r>
            <a:r>
              <a:rPr lang="en-ZA" dirty="0" err="1">
                <a:effectLst/>
                <a:latin typeface="Helvetica Neue" panose="02000503000000020004" pitchFamily="2" charset="0"/>
              </a:rPr>
              <a:t>master_record_load.py</a:t>
            </a:r>
            <a:r>
              <a:rPr lang="en-ZA" dirty="0">
                <a:effectLst/>
                <a:latin typeface="Helvetica Neue" panose="02000503000000020004" pitchFamily="2" charset="0"/>
              </a:rPr>
              <a:t>” file</a:t>
            </a:r>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7</a:t>
            </a:fld>
            <a:endParaRPr lang="en-GB" dirty="0"/>
          </a:p>
        </p:txBody>
      </p:sp>
      <p:sp>
        <p:nvSpPr>
          <p:cNvPr id="5" name="Date Placeholder 4">
            <a:extLst>
              <a:ext uri="{FF2B5EF4-FFF2-40B4-BE49-F238E27FC236}">
                <a16:creationId xmlns:a16="http://schemas.microsoft.com/office/drawing/2014/main" id="{63C3856A-F3CD-4032-ADA9-B0D70F59EF3B}"/>
              </a:ext>
            </a:extLst>
          </p:cNvPr>
          <p:cNvSpPr>
            <a:spLocks noGrp="1"/>
          </p:cNvSpPr>
          <p:nvPr>
            <p:ph type="dt" idx="1"/>
          </p:nvPr>
        </p:nvSpPr>
        <p:spPr/>
        <p:txBody>
          <a:bodyPr/>
          <a:lstStyle/>
          <a:p>
            <a:pPr rtl="0"/>
            <a:fld id="{A64ED303-13BD-42F6-8013-753048B08EED}" type="datetime1">
              <a:rPr lang="en-GB" smtClean="0"/>
              <a:t>03/12/2025</a:t>
            </a:fld>
            <a:endParaRPr lang="en-GB" dirty="0"/>
          </a:p>
        </p:txBody>
      </p:sp>
    </p:spTree>
    <p:extLst>
      <p:ext uri="{BB962C8B-B14F-4D97-AF65-F5344CB8AC3E}">
        <p14:creationId xmlns:p14="http://schemas.microsoft.com/office/powerpoint/2010/main" val="2442488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effectLst/>
                <a:latin typeface="Helvetica Neue" panose="02000503000000020004" pitchFamily="2" charset="0"/>
              </a:rPr>
              <a:t>Now that we had all the qualifying subscribers per week in a single database table, we had one last step - which was creating a report from this table for the marketing team, </a:t>
            </a:r>
            <a:r>
              <a:rPr lang="en-ZA" dirty="0" err="1">
                <a:effectLst/>
                <a:latin typeface="Helvetica Neue" panose="02000503000000020004" pitchFamily="2" charset="0"/>
              </a:rPr>
              <a:t>aswell</a:t>
            </a:r>
            <a:r>
              <a:rPr lang="en-ZA" dirty="0">
                <a:effectLst/>
                <a:latin typeface="Helvetica Neue" panose="02000503000000020004" pitchFamily="2" charset="0"/>
              </a:rPr>
              <a:t> as the visualizations which they requested.</a:t>
            </a:r>
          </a:p>
          <a:p>
            <a:br>
              <a:rPr lang="en-ZA" dirty="0">
                <a:effectLst/>
                <a:latin typeface="Helvetica Neue" panose="02000503000000020004" pitchFamily="2" charset="0"/>
              </a:rPr>
            </a:br>
            <a:endParaRPr lang="en-ZA" dirty="0">
              <a:effectLst/>
              <a:latin typeface="Helvetica Neue" panose="02000503000000020004" pitchFamily="2" charset="0"/>
            </a:endParaRPr>
          </a:p>
          <a:p>
            <a:r>
              <a:rPr lang="en-ZA" dirty="0">
                <a:effectLst/>
                <a:latin typeface="Helvetica Neue" panose="02000503000000020004" pitchFamily="2" charset="0"/>
              </a:rPr>
              <a:t>For this we used python, specifically pandas, RAW SQL and Excel.</a:t>
            </a:r>
            <a:br>
              <a:rPr lang="en-ZA" dirty="0">
                <a:effectLst/>
                <a:latin typeface="Helvetica Neue" panose="02000503000000020004" pitchFamily="2" charset="0"/>
              </a:rPr>
            </a:br>
            <a:r>
              <a:rPr lang="en-ZA" dirty="0">
                <a:effectLst/>
                <a:latin typeface="Helvetica Neue" panose="02000503000000020004" pitchFamily="2" charset="0"/>
              </a:rPr>
              <a:t>In order to populate the report with the qualifying subscribers, we joined the qualifying subscribers table, with the no duplicates table. The reason we joined the no duplicates table, is because the no duplicates table contained the names of the customers, and not only their </a:t>
            </a:r>
            <a:r>
              <a:rPr lang="en-ZA" dirty="0" err="1">
                <a:effectLst/>
                <a:latin typeface="Helvetica Neue" panose="02000503000000020004" pitchFamily="2" charset="0"/>
              </a:rPr>
              <a:t>cellphone</a:t>
            </a:r>
            <a:r>
              <a:rPr lang="en-ZA" dirty="0">
                <a:effectLst/>
                <a:latin typeface="Helvetica Neue" panose="02000503000000020004" pitchFamily="2" charset="0"/>
              </a:rPr>
              <a:t> number as it was in the qualifying subscribers table. Once again, working backwards from the report the client requested, it was crucial to include the customer names in the report.</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Once we joined these 2 tables, in memory, we then loaded it into a </a:t>
            </a:r>
            <a:r>
              <a:rPr lang="en-ZA" dirty="0" err="1">
                <a:effectLst/>
                <a:latin typeface="Helvetica Neue" panose="02000503000000020004" pitchFamily="2" charset="0"/>
              </a:rPr>
              <a:t>dataframe</a:t>
            </a:r>
            <a:r>
              <a:rPr lang="en-ZA" dirty="0">
                <a:effectLst/>
                <a:latin typeface="Helvetica Neue" panose="02000503000000020004" pitchFamily="2" charset="0"/>
              </a:rPr>
              <a:t> and transformed it into an excel sheet, which you can see over here.</a:t>
            </a:r>
          </a:p>
          <a:p>
            <a:endParaRPr lang="en-ZA"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effectLst/>
                <a:latin typeface="Helvetica Neue" panose="02000503000000020004" pitchFamily="2" charset="0"/>
              </a:rPr>
              <a:t>Now, the following report accomplishes exactly what Marketing requested. </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effectLst/>
                <a:latin typeface="Helvetica Neue" panose="02000503000000020004" pitchFamily="2" charset="0"/>
              </a:rPr>
              <a:t>However as we can see, it may still be a bit uneasy on the eye.</a:t>
            </a:r>
          </a:p>
          <a:p>
            <a:endParaRPr lang="en-ZA" dirty="0">
              <a:effectLst/>
              <a:latin typeface="Helvetica Neue" panose="02000503000000020004" pitchFamily="2" charset="0"/>
            </a:endParaRPr>
          </a:p>
        </p:txBody>
      </p:sp>
      <p:sp>
        <p:nvSpPr>
          <p:cNvPr id="4" name="Date Placeholder 3"/>
          <p:cNvSpPr>
            <a:spLocks noGrp="1"/>
          </p:cNvSpPr>
          <p:nvPr>
            <p:ph type="dt" idx="1"/>
          </p:nvPr>
        </p:nvSpPr>
        <p:spPr/>
        <p:txBody>
          <a:bodyPr/>
          <a:lstStyle/>
          <a:p>
            <a:pPr rtl="0"/>
            <a:fld id="{0543ED9D-E132-4572-9D4D-99356D8DF6B4}" type="datetime1">
              <a:rPr lang="en-GB" smtClean="0"/>
              <a:t>03/12/2025</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8</a:t>
            </a:fld>
            <a:endParaRPr lang="en-GB" dirty="0"/>
          </a:p>
        </p:txBody>
      </p:sp>
    </p:spTree>
    <p:extLst>
      <p:ext uri="{BB962C8B-B14F-4D97-AF65-F5344CB8AC3E}">
        <p14:creationId xmlns:p14="http://schemas.microsoft.com/office/powerpoint/2010/main" val="1692437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effectLst/>
                <a:latin typeface="Helvetica Neue" panose="02000503000000020004" pitchFamily="2" charset="0"/>
              </a:rPr>
              <a:t>In order to solve this, </a:t>
            </a:r>
            <a:r>
              <a:rPr lang="en-ZA" dirty="0" err="1">
                <a:effectLst/>
                <a:latin typeface="Helvetica Neue" panose="02000503000000020004" pitchFamily="2" charset="0"/>
              </a:rPr>
              <a:t>aswell</a:t>
            </a:r>
            <a:r>
              <a:rPr lang="en-ZA" dirty="0">
                <a:effectLst/>
                <a:latin typeface="Helvetica Neue" panose="02000503000000020004" pitchFamily="2" charset="0"/>
              </a:rPr>
              <a:t> as meet the second request from marketing, I created another sheet, which contained a much better visualization of the data.</a:t>
            </a:r>
            <a:br>
              <a:rPr lang="en-ZA" dirty="0">
                <a:effectLst/>
                <a:latin typeface="Helvetica Neue" panose="02000503000000020004" pitchFamily="2" charset="0"/>
              </a:rPr>
            </a:br>
            <a:r>
              <a:rPr lang="en-ZA" dirty="0">
                <a:effectLst/>
                <a:latin typeface="Helvetica Neue" panose="02000503000000020004" pitchFamily="2" charset="0"/>
              </a:rPr>
              <a:t>This sheet was created using pivot tables from the data in the report from the previous slide</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As we can see from the following visualizations, we are now also able to identify the exact amount of qualifying subscribers per week; </a:t>
            </a:r>
            <a:r>
              <a:rPr lang="en-ZA" dirty="0" err="1">
                <a:effectLst/>
                <a:latin typeface="Helvetica Neue" panose="02000503000000020004" pitchFamily="2" charset="0"/>
              </a:rPr>
              <a:t>aswell</a:t>
            </a:r>
            <a:r>
              <a:rPr lang="en-ZA" dirty="0">
                <a:effectLst/>
                <a:latin typeface="Helvetica Neue" panose="02000503000000020004" pitchFamily="2" charset="0"/>
              </a:rPr>
              <a:t> as the region which brings in the most qualifying subscribers each week.</a:t>
            </a:r>
          </a:p>
        </p:txBody>
      </p:sp>
      <p:sp>
        <p:nvSpPr>
          <p:cNvPr id="4" name="Date Placeholder 3"/>
          <p:cNvSpPr>
            <a:spLocks noGrp="1"/>
          </p:cNvSpPr>
          <p:nvPr>
            <p:ph type="dt" idx="1"/>
          </p:nvPr>
        </p:nvSpPr>
        <p:spPr/>
        <p:txBody>
          <a:bodyPr/>
          <a:lstStyle/>
          <a:p>
            <a:pPr rtl="0"/>
            <a:fld id="{0543ED9D-E132-4572-9D4D-99356D8DF6B4}" type="datetime1">
              <a:rPr lang="en-GB" smtClean="0"/>
              <a:t>03/12/2025</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9</a:t>
            </a:fld>
            <a:endParaRPr lang="en-GB" dirty="0"/>
          </a:p>
        </p:txBody>
      </p:sp>
    </p:spTree>
    <p:extLst>
      <p:ext uri="{BB962C8B-B14F-4D97-AF65-F5344CB8AC3E}">
        <p14:creationId xmlns:p14="http://schemas.microsoft.com/office/powerpoint/2010/main" val="797271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effectLst/>
                <a:latin typeface="Helvetica Neue" panose="02000503000000020004" pitchFamily="2" charset="0"/>
              </a:rPr>
              <a:t>However, to some people, reading tabular data may still be </a:t>
            </a:r>
            <a:r>
              <a:rPr lang="en-ZA" dirty="0" err="1">
                <a:effectLst/>
                <a:latin typeface="Helvetica Neue" panose="02000503000000020004" pitchFamily="2" charset="0"/>
              </a:rPr>
              <a:t>abit</a:t>
            </a:r>
            <a:r>
              <a:rPr lang="en-ZA" dirty="0">
                <a:effectLst/>
                <a:latin typeface="Helvetica Neue" panose="02000503000000020004" pitchFamily="2" charset="0"/>
              </a:rPr>
              <a:t> tedious. I am one of those people.  And this is where the last visualizations come into play. </a:t>
            </a:r>
          </a:p>
          <a:p>
            <a:r>
              <a:rPr lang="en-ZA" dirty="0">
                <a:effectLst/>
                <a:latin typeface="Helvetica Neue" panose="02000503000000020004" pitchFamily="2" charset="0"/>
              </a:rPr>
              <a:t>As you can see above, from the chart on the left, we are easily able to see that the second week of the campaign produced a far more qualifying subscribers than the first week.</a:t>
            </a:r>
            <a:br>
              <a:rPr lang="en-ZA" dirty="0">
                <a:effectLst/>
                <a:latin typeface="Helvetica Neue" panose="02000503000000020004" pitchFamily="2" charset="0"/>
              </a:rPr>
            </a:br>
            <a:br>
              <a:rPr lang="en-ZA" dirty="0">
                <a:effectLst/>
                <a:latin typeface="Helvetica Neue" panose="02000503000000020004" pitchFamily="2" charset="0"/>
              </a:rPr>
            </a:br>
            <a:r>
              <a:rPr lang="en-ZA" dirty="0">
                <a:effectLst/>
                <a:latin typeface="Helvetica Neue" panose="02000503000000020004" pitchFamily="2" charset="0"/>
              </a:rPr>
              <a:t>And on the right, you are also able to identify which area or region had the most qualifying subscribers each week.</a:t>
            </a:r>
          </a:p>
        </p:txBody>
      </p:sp>
      <p:sp>
        <p:nvSpPr>
          <p:cNvPr id="4" name="Date Placeholder 3"/>
          <p:cNvSpPr>
            <a:spLocks noGrp="1"/>
          </p:cNvSpPr>
          <p:nvPr>
            <p:ph type="dt" idx="1"/>
          </p:nvPr>
        </p:nvSpPr>
        <p:spPr/>
        <p:txBody>
          <a:bodyPr/>
          <a:lstStyle/>
          <a:p>
            <a:pPr rtl="0"/>
            <a:fld id="{0543ED9D-E132-4572-9D4D-99356D8DF6B4}" type="datetime1">
              <a:rPr lang="en-GB" smtClean="0"/>
              <a:t>03/12/2025</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10</a:t>
            </a:fld>
            <a:endParaRPr lang="en-GB" dirty="0"/>
          </a:p>
        </p:txBody>
      </p:sp>
    </p:spTree>
    <p:extLst>
      <p:ext uri="{BB962C8B-B14F-4D97-AF65-F5344CB8AC3E}">
        <p14:creationId xmlns:p14="http://schemas.microsoft.com/office/powerpoint/2010/main" val="3619865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en-ZA" dirty="0">
                <a:effectLst/>
                <a:latin typeface="Helvetica Neue" panose="02000503000000020004" pitchFamily="2" charset="0"/>
              </a:rPr>
              <a:t>To conclude. We have successfully identified the challenge of </a:t>
            </a:r>
            <a:r>
              <a:rPr lang="en-ZA" dirty="0" err="1">
                <a:effectLst/>
                <a:latin typeface="Helvetica Neue" panose="02000503000000020004" pitchFamily="2" charset="0"/>
              </a:rPr>
              <a:t>Vmobiles</a:t>
            </a:r>
            <a:r>
              <a:rPr lang="en-ZA" dirty="0">
                <a:effectLst/>
                <a:latin typeface="Helvetica Neue" panose="02000503000000020004" pitchFamily="2" charset="0"/>
              </a:rPr>
              <a:t> Marketing department; and demonstrated how this 3 phase ETL solution not only solves the challenge, but also adds value by allowing Marketing to make strategic adjustments based on these reports and visualizations.</a:t>
            </a:r>
          </a:p>
          <a:p>
            <a:r>
              <a:rPr lang="en-ZA" dirty="0">
                <a:effectLst/>
                <a:latin typeface="Helvetica Neue" panose="02000503000000020004" pitchFamily="2" charset="0"/>
              </a:rPr>
              <a:t>This, in turn, will allow them to fully maximise the ROI on their campaign. </a:t>
            </a:r>
            <a:endParaRPr lang="en-GB" dirty="0"/>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11</a:t>
            </a:fld>
            <a:endParaRPr lang="en-GB" dirty="0"/>
          </a:p>
        </p:txBody>
      </p:sp>
      <p:sp>
        <p:nvSpPr>
          <p:cNvPr id="5" name="Date Placeholder 4">
            <a:extLst>
              <a:ext uri="{FF2B5EF4-FFF2-40B4-BE49-F238E27FC236}">
                <a16:creationId xmlns:a16="http://schemas.microsoft.com/office/drawing/2014/main" id="{63C3856A-F3CD-4032-ADA9-B0D70F59EF3B}"/>
              </a:ext>
            </a:extLst>
          </p:cNvPr>
          <p:cNvSpPr>
            <a:spLocks noGrp="1"/>
          </p:cNvSpPr>
          <p:nvPr>
            <p:ph type="dt" idx="1"/>
          </p:nvPr>
        </p:nvSpPr>
        <p:spPr/>
        <p:txBody>
          <a:bodyPr/>
          <a:lstStyle/>
          <a:p>
            <a:pPr rtl="0"/>
            <a:fld id="{A64ED303-13BD-42F6-8013-753048B08EED}" type="datetime1">
              <a:rPr lang="en-GB" smtClean="0"/>
              <a:t>03/12/2025</a:t>
            </a:fld>
            <a:endParaRPr lang="en-GB" dirty="0"/>
          </a:p>
        </p:txBody>
      </p:sp>
    </p:spTree>
    <p:extLst>
      <p:ext uri="{BB962C8B-B14F-4D97-AF65-F5344CB8AC3E}">
        <p14:creationId xmlns:p14="http://schemas.microsoft.com/office/powerpoint/2010/main" val="2952686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And that concludes the </a:t>
            </a:r>
            <a:r>
              <a:rPr lang="en-ZA" dirty="0" err="1"/>
              <a:t>presntation</a:t>
            </a:r>
            <a:r>
              <a:rPr lang="en-ZA" dirty="0"/>
              <a:t> of the </a:t>
            </a:r>
            <a:r>
              <a:rPr lang="en-ZA" dirty="0" err="1"/>
              <a:t>VMobile</a:t>
            </a:r>
            <a:r>
              <a:rPr lang="en-ZA" dirty="0"/>
              <a:t> Marketing Campaign Analysis solution. </a:t>
            </a:r>
            <a:r>
              <a:rPr lang="en-ZA" dirty="0">
                <a:effectLst/>
                <a:latin typeface="Helvetica Neue" panose="02000503000000020004" pitchFamily="2" charset="0"/>
              </a:rPr>
              <a:t>Thank you all for your time, and I am now open to any questions.</a:t>
            </a:r>
            <a:endParaRPr lang="en-GB" dirty="0"/>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12</a:t>
            </a:fld>
            <a:endParaRPr lang="en-GB" dirty="0"/>
          </a:p>
        </p:txBody>
      </p:sp>
      <p:sp>
        <p:nvSpPr>
          <p:cNvPr id="5" name="Date Placeholder 4">
            <a:extLst>
              <a:ext uri="{FF2B5EF4-FFF2-40B4-BE49-F238E27FC236}">
                <a16:creationId xmlns:a16="http://schemas.microsoft.com/office/drawing/2014/main" id="{BDC891E3-7F3E-4451-9B19-85FB31D4074E}"/>
              </a:ext>
            </a:extLst>
          </p:cNvPr>
          <p:cNvSpPr>
            <a:spLocks noGrp="1"/>
          </p:cNvSpPr>
          <p:nvPr>
            <p:ph type="dt" idx="1"/>
          </p:nvPr>
        </p:nvSpPr>
        <p:spPr/>
        <p:txBody>
          <a:bodyPr/>
          <a:lstStyle/>
          <a:p>
            <a:pPr rtl="0"/>
            <a:fld id="{A43B72EA-2196-4DF0-8D72-CB23794D7802}" type="datetime1">
              <a:rPr lang="en-GB" smtClean="0"/>
              <a:t>03/12/2025</a:t>
            </a:fld>
            <a:endParaRPr lang="en-GB" dirty="0"/>
          </a:p>
        </p:txBody>
      </p:sp>
    </p:spTree>
    <p:extLst>
      <p:ext uri="{BB962C8B-B14F-4D97-AF65-F5344CB8AC3E}">
        <p14:creationId xmlns:p14="http://schemas.microsoft.com/office/powerpoint/2010/main" val="5806978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13</a:t>
            </a:fld>
            <a:endParaRPr lang="en-GB" dirty="0"/>
          </a:p>
        </p:txBody>
      </p:sp>
      <p:sp>
        <p:nvSpPr>
          <p:cNvPr id="5" name="Date Placeholder 4">
            <a:extLst>
              <a:ext uri="{FF2B5EF4-FFF2-40B4-BE49-F238E27FC236}">
                <a16:creationId xmlns:a16="http://schemas.microsoft.com/office/drawing/2014/main" id="{D2D545E0-5463-4627-BDA2-D2CEE06E0B9B}"/>
              </a:ext>
            </a:extLst>
          </p:cNvPr>
          <p:cNvSpPr>
            <a:spLocks noGrp="1"/>
          </p:cNvSpPr>
          <p:nvPr>
            <p:ph type="dt" idx="1"/>
          </p:nvPr>
        </p:nvSpPr>
        <p:spPr/>
        <p:txBody>
          <a:bodyPr/>
          <a:lstStyle/>
          <a:p>
            <a:pPr rtl="0"/>
            <a:fld id="{127C5A01-94D3-43E1-9CA2-D1881CA49B46}" type="datetime1">
              <a:rPr lang="en-GB" smtClean="0"/>
              <a:t>03/12/2025</a:t>
            </a:fld>
            <a:endParaRPr lang="en-GB" dirty="0"/>
          </a:p>
        </p:txBody>
      </p:sp>
    </p:spTree>
    <p:extLst>
      <p:ext uri="{BB962C8B-B14F-4D97-AF65-F5344CB8AC3E}">
        <p14:creationId xmlns:p14="http://schemas.microsoft.com/office/powerpoint/2010/main" val="1666885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3" name="Rectangle 52">
            <a:extLst>
              <a:ext uri="{FF2B5EF4-FFF2-40B4-BE49-F238E27FC236}">
                <a16:creationId xmlns:a16="http://schemas.microsoft.com/office/drawing/2014/main" id="{BAC3B2DB-2CCA-4BD4-8D63-98257049E273}"/>
              </a:ext>
            </a:extLst>
          </p:cNvPr>
          <p:cNvSpPr/>
          <p:nvPr userDrawn="1"/>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628168" y="1057522"/>
            <a:ext cx="5003540" cy="2173433"/>
          </a:xfrm>
        </p:spPr>
        <p:txBody>
          <a:bodyPr rtlCol="0">
            <a:noAutofit/>
          </a:bodyPr>
          <a:lstStyle>
            <a:lvl1pPr>
              <a:lnSpc>
                <a:spcPct val="100000"/>
              </a:lnSpc>
              <a:defRPr sz="4400" cap="all" baseline="0">
                <a:solidFill>
                  <a:schemeClr val="bg1"/>
                </a:solidFill>
              </a:defRPr>
            </a:lvl1pPr>
          </a:lstStyle>
          <a:p>
            <a:pPr rtl="0"/>
            <a:r>
              <a:rPr lang="en-GB" sz="4400">
                <a:solidFill>
                  <a:schemeClr val="bg1"/>
                </a:solidFill>
              </a:rPr>
              <a:t>CLICK TO ADD TITLE</a:t>
            </a:r>
          </a:p>
        </p:txBody>
      </p:sp>
      <p:sp>
        <p:nvSpPr>
          <p:cNvPr id="55" name="Subtitle 2">
            <a:extLst>
              <a:ext uri="{FF2B5EF4-FFF2-40B4-BE49-F238E27FC236}">
                <a16:creationId xmlns:a16="http://schemas.microsoft.com/office/drawing/2014/main" id="{50BC9D78-FF13-4CEB-8ECB-E64E85C5D0B4}"/>
              </a:ext>
            </a:extLst>
          </p:cNvPr>
          <p:cNvSpPr>
            <a:spLocks noGrp="1"/>
          </p:cNvSpPr>
          <p:nvPr>
            <p:ph type="subTitle" idx="1" hasCustomPrompt="1"/>
          </p:nvPr>
        </p:nvSpPr>
        <p:spPr>
          <a:xfrm>
            <a:off x="1646643" y="3751119"/>
            <a:ext cx="4985065" cy="1606163"/>
          </a:xfrm>
        </p:spPr>
        <p:txBody>
          <a:bodyPr rtlCol="0" anchor="t">
            <a:noAutofit/>
          </a:bodyPr>
          <a:lstStyle>
            <a:lvl1pPr>
              <a:defRPr sz="2400" b="0"/>
            </a:lvl1pPr>
          </a:lstStyle>
          <a:p>
            <a:pPr rtl="0"/>
            <a:r>
              <a:rPr lang="en-GB">
                <a:solidFill>
                  <a:schemeClr val="tx1">
                    <a:lumMod val="75000"/>
                    <a:lumOff val="25000"/>
                  </a:schemeClr>
                </a:solidFill>
              </a:rPr>
              <a:t>Click to add subtitle</a:t>
            </a:r>
          </a:p>
        </p:txBody>
      </p:sp>
      <p:sp>
        <p:nvSpPr>
          <p:cNvPr id="56" name="Rectangle 55">
            <a:extLst>
              <a:ext uri="{FF2B5EF4-FFF2-40B4-BE49-F238E27FC236}">
                <a16:creationId xmlns:a16="http://schemas.microsoft.com/office/drawing/2014/main" id="{FB792E4C-AD3B-4E88-8540-E75759746368}"/>
              </a:ext>
            </a:extLst>
          </p:cNvPr>
          <p:cNvSpPr/>
          <p:nvPr userDrawn="1"/>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7" name="Rectangle 56">
            <a:extLst>
              <a:ext uri="{FF2B5EF4-FFF2-40B4-BE49-F238E27FC236}">
                <a16:creationId xmlns:a16="http://schemas.microsoft.com/office/drawing/2014/main" id="{6A32632F-9ED1-4328-BBE3-B4E014156A29}"/>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8" name="Footer Placeholder 4">
            <a:extLst>
              <a:ext uri="{FF2B5EF4-FFF2-40B4-BE49-F238E27FC236}">
                <a16:creationId xmlns:a16="http://schemas.microsoft.com/office/drawing/2014/main" id="{15A37EDE-F10B-4C4B-9572-8778C2D6A686}"/>
              </a:ext>
            </a:extLst>
          </p:cNvPr>
          <p:cNvSpPr>
            <a:spLocks noGrp="1"/>
          </p:cNvSpPr>
          <p:nvPr>
            <p:ph type="ftr" sz="quarter" idx="11"/>
          </p:nvPr>
        </p:nvSpPr>
        <p:spPr>
          <a:xfrm>
            <a:off x="1635103" y="6309360"/>
            <a:ext cx="4797504" cy="457200"/>
          </a:xfrm>
        </p:spPr>
        <p:txBody>
          <a:bodyPr rtlCol="0"/>
          <a:lstStyle/>
          <a:p>
            <a:pPr algn="l" rtl="0"/>
            <a:r>
              <a:rPr lang="en-GB"/>
              <a:t>Presentation Title</a:t>
            </a:r>
          </a:p>
        </p:txBody>
      </p:sp>
      <p:sp>
        <p:nvSpPr>
          <p:cNvPr id="59" name="Rectangle 58">
            <a:extLst>
              <a:ext uri="{FF2B5EF4-FFF2-40B4-BE49-F238E27FC236}">
                <a16:creationId xmlns:a16="http://schemas.microsoft.com/office/drawing/2014/main" id="{EA124D3C-01E3-4B96-BDF0-54851D1739D0}"/>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1" name="Date Placeholder 35">
            <a:extLst>
              <a:ext uri="{FF2B5EF4-FFF2-40B4-BE49-F238E27FC236}">
                <a16:creationId xmlns:a16="http://schemas.microsoft.com/office/drawing/2014/main" id="{D6890A67-3C66-4F8A-B1A6-05469F40F879}"/>
              </a:ext>
            </a:extLst>
          </p:cNvPr>
          <p:cNvSpPr>
            <a:spLocks noGrp="1"/>
          </p:cNvSpPr>
          <p:nvPr>
            <p:ph type="dt" sz="half" idx="10"/>
          </p:nvPr>
        </p:nvSpPr>
        <p:spPr>
          <a:xfrm>
            <a:off x="8197353" y="6309360"/>
            <a:ext cx="2151134" cy="457200"/>
          </a:xfrm>
        </p:spPr>
        <p:txBody>
          <a:bodyPr rtlCol="0"/>
          <a:lstStyle/>
          <a:p>
            <a:pPr algn="l" rtl="0"/>
            <a:r>
              <a:rPr lang="en-GB">
                <a:solidFill>
                  <a:srgbClr val="FFFFFF"/>
                </a:solidFill>
                <a:effectLst>
                  <a:outerShdw blurRad="50800" dist="38100" dir="2700000" algn="tl" rotWithShape="0">
                    <a:prstClr val="black">
                      <a:alpha val="43000"/>
                    </a:prstClr>
                  </a:outerShdw>
                </a:effectLst>
              </a:rPr>
              <a:t>2/1/20XX</a:t>
            </a:r>
            <a:endParaRPr lang="en-GB" dirty="0">
              <a:solidFill>
                <a:srgbClr val="FFFFFF"/>
              </a:solidFill>
              <a:effectLst>
                <a:outerShdw blurRad="50800" dist="38100" dir="2700000" algn="tl" rotWithShape="0">
                  <a:prstClr val="black">
                    <a:alpha val="43000"/>
                  </a:prstClr>
                </a:outerShdw>
              </a:effectLst>
            </a:endParaRPr>
          </a:p>
        </p:txBody>
      </p:sp>
      <p:sp>
        <p:nvSpPr>
          <p:cNvPr id="62" name="Slide Number Placeholder 36">
            <a:extLst>
              <a:ext uri="{FF2B5EF4-FFF2-40B4-BE49-F238E27FC236}">
                <a16:creationId xmlns:a16="http://schemas.microsoft.com/office/drawing/2014/main" id="{46849723-0CBF-47CA-9477-4D42CAC71FCC}"/>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solidFill>
                  <a:srgbClr val="FFFFFF"/>
                </a:solidFill>
                <a:effectLst>
                  <a:outerShdw blurRad="50800" dist="38100" dir="2700000" algn="tl" rotWithShape="0">
                    <a:prstClr val="black">
                      <a:alpha val="43000"/>
                    </a:prstClr>
                  </a:outerShdw>
                </a:effectLst>
              </a:rPr>
              <a:pPr/>
              <a:t>‹#›</a:t>
            </a:fld>
            <a:endParaRPr lang="en-GB" dirty="0">
              <a:solidFill>
                <a:srgbClr val="FFFFFF"/>
              </a:solidFill>
              <a:effectLst>
                <a:outerShdw blurRad="50800" dist="38100" dir="2700000" algn="tl" rotWithShape="0">
                  <a:prstClr val="black">
                    <a:alpha val="43000"/>
                  </a:prstClr>
                </a:outerShdw>
              </a:effectLst>
            </a:endParaRPr>
          </a:p>
        </p:txBody>
      </p:sp>
      <p:sp>
        <p:nvSpPr>
          <p:cNvPr id="65" name="Picture Placeholder 64">
            <a:extLst>
              <a:ext uri="{FF2B5EF4-FFF2-40B4-BE49-F238E27FC236}">
                <a16:creationId xmlns:a16="http://schemas.microsoft.com/office/drawing/2014/main" id="{D60E3C33-714C-4528-93A6-4470C3E89AE4}"/>
              </a:ext>
            </a:extLst>
          </p:cNvPr>
          <p:cNvSpPr>
            <a:spLocks noGrp="1"/>
          </p:cNvSpPr>
          <p:nvPr>
            <p:ph type="pic" sz="quarter" idx="13" hasCustomPrompt="1"/>
          </p:nvPr>
        </p:nvSpPr>
        <p:spPr>
          <a:xfrm>
            <a:off x="6859936" y="-2"/>
            <a:ext cx="5332064" cy="6858002"/>
          </a:xfrm>
          <a:custGeom>
            <a:avLst/>
            <a:gdLst>
              <a:gd name="connsiteX0" fmla="*/ 0 w 5332064"/>
              <a:gd name="connsiteY0" fmla="*/ 0 h 6858002"/>
              <a:gd name="connsiteX1" fmla="*/ 5332064 w 5332064"/>
              <a:gd name="connsiteY1" fmla="*/ 0 h 6858002"/>
              <a:gd name="connsiteX2" fmla="*/ 5332064 w 5332064"/>
              <a:gd name="connsiteY2" fmla="*/ 6858002 h 6858002"/>
              <a:gd name="connsiteX3" fmla="*/ 0 w 5332064"/>
              <a:gd name="connsiteY3" fmla="*/ 6858002 h 6858002"/>
            </a:gdLst>
            <a:ahLst/>
            <a:cxnLst>
              <a:cxn ang="0">
                <a:pos x="connsiteX0" y="connsiteY0"/>
              </a:cxn>
              <a:cxn ang="0">
                <a:pos x="connsiteX1" y="connsiteY1"/>
              </a:cxn>
              <a:cxn ang="0">
                <a:pos x="connsiteX2" y="connsiteY2"/>
              </a:cxn>
              <a:cxn ang="0">
                <a:pos x="connsiteX3" y="connsiteY3"/>
              </a:cxn>
            </a:cxnLst>
            <a:rect l="l" t="t" r="r" b="b"/>
            <a:pathLst>
              <a:path w="5332064" h="6858002">
                <a:moveTo>
                  <a:pt x="0" y="0"/>
                </a:moveTo>
                <a:lnTo>
                  <a:pt x="5332064" y="0"/>
                </a:lnTo>
                <a:lnTo>
                  <a:pt x="5332064" y="6858002"/>
                </a:lnTo>
                <a:lnTo>
                  <a:pt x="0" y="6858002"/>
                </a:lnTo>
                <a:close/>
              </a:path>
            </a:pathLst>
          </a:custGeom>
        </p:spPr>
        <p:txBody>
          <a:bodyPr wrap="square" rtlCol="0" anchor="t">
            <a:noAutofit/>
          </a:bodyPr>
          <a:lstStyle>
            <a:lvl1pPr algn="ctr">
              <a:defRPr/>
            </a:lvl1pPr>
          </a:lstStyle>
          <a:p>
            <a:pPr rtl="0"/>
            <a:r>
              <a:rPr lang="en-GB"/>
              <a:t>Click to add photo</a:t>
            </a:r>
          </a:p>
        </p:txBody>
      </p:sp>
    </p:spTree>
    <p:extLst>
      <p:ext uri="{BB962C8B-B14F-4D97-AF65-F5344CB8AC3E}">
        <p14:creationId xmlns:p14="http://schemas.microsoft.com/office/powerpoint/2010/main" val="4258252642"/>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8175813" y="0"/>
            <a:ext cx="4016188"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3049"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787178" y="1475399"/>
            <a:ext cx="6623040" cy="791861"/>
          </a:xfrm>
        </p:spPr>
        <p:txBody>
          <a:bodyPr rtlCol="0">
            <a:normAutofit/>
          </a:bodyPr>
          <a:lstStyle>
            <a:lvl1pPr>
              <a:defRPr/>
            </a:lvl1pPr>
          </a:lstStyle>
          <a:p>
            <a:pPr rtl="0"/>
            <a:r>
              <a:rPr lang="en-GB"/>
              <a:t>Click to add title</a:t>
            </a:r>
          </a:p>
        </p:txBody>
      </p:sp>
      <p:sp>
        <p:nvSpPr>
          <p:cNvPr id="13" name="Content Placeholder 2">
            <a:extLst>
              <a:ext uri="{FF2B5EF4-FFF2-40B4-BE49-F238E27FC236}">
                <a16:creationId xmlns:a16="http://schemas.microsoft.com/office/drawing/2014/main" id="{40D7EF23-28EE-4115-879A-D95BBAC66241}"/>
              </a:ext>
            </a:extLst>
          </p:cNvPr>
          <p:cNvSpPr>
            <a:spLocks noGrp="1"/>
          </p:cNvSpPr>
          <p:nvPr>
            <p:ph idx="1" hasCustomPrompt="1"/>
          </p:nvPr>
        </p:nvSpPr>
        <p:spPr>
          <a:xfrm>
            <a:off x="787179" y="2502047"/>
            <a:ext cx="6623039" cy="3030599"/>
          </a:xfrm>
        </p:spPr>
        <p:txBody>
          <a:bodyPr rtlCol="0" anchor="t">
            <a:normAutofit/>
          </a:bodyPr>
          <a:lstStyle>
            <a:lvl1pPr>
              <a:defRPr sz="2000" b="0"/>
            </a:lvl1pPr>
          </a:lstStyle>
          <a:p>
            <a:pPr rtl="0"/>
            <a:r>
              <a:rPr lang="en-GB"/>
              <a:t>Click to add text</a:t>
            </a:r>
          </a:p>
        </p:txBody>
      </p:sp>
      <p:sp>
        <p:nvSpPr>
          <p:cNvPr id="23" name="Picture Placeholder 22">
            <a:extLst>
              <a:ext uri="{FF2B5EF4-FFF2-40B4-BE49-F238E27FC236}">
                <a16:creationId xmlns:a16="http://schemas.microsoft.com/office/drawing/2014/main" id="{E4B41004-DE9E-4B19-B7DE-91782B37C841}"/>
              </a:ext>
            </a:extLst>
          </p:cNvPr>
          <p:cNvSpPr>
            <a:spLocks noGrp="1"/>
          </p:cNvSpPr>
          <p:nvPr>
            <p:ph type="pic" sz="quarter" idx="13" hasCustomPrompt="1"/>
          </p:nvPr>
        </p:nvSpPr>
        <p:spPr>
          <a:xfrm>
            <a:off x="8194348" y="1085431"/>
            <a:ext cx="3997652" cy="5037857"/>
          </a:xfrm>
          <a:custGeom>
            <a:avLst/>
            <a:gdLst>
              <a:gd name="connsiteX0" fmla="*/ 0 w 3997652"/>
              <a:gd name="connsiteY0" fmla="*/ 0 h 5037857"/>
              <a:gd name="connsiteX1" fmla="*/ 3997652 w 3997652"/>
              <a:gd name="connsiteY1" fmla="*/ 0 h 5037857"/>
              <a:gd name="connsiteX2" fmla="*/ 3997652 w 3997652"/>
              <a:gd name="connsiteY2" fmla="*/ 5037857 h 5037857"/>
              <a:gd name="connsiteX3" fmla="*/ 0 w 3997652"/>
              <a:gd name="connsiteY3" fmla="*/ 5037857 h 5037857"/>
            </a:gdLst>
            <a:ahLst/>
            <a:cxnLst>
              <a:cxn ang="0">
                <a:pos x="connsiteX0" y="connsiteY0"/>
              </a:cxn>
              <a:cxn ang="0">
                <a:pos x="connsiteX1" y="connsiteY1"/>
              </a:cxn>
              <a:cxn ang="0">
                <a:pos x="connsiteX2" y="connsiteY2"/>
              </a:cxn>
              <a:cxn ang="0">
                <a:pos x="connsiteX3" y="connsiteY3"/>
              </a:cxn>
            </a:cxnLst>
            <a:rect l="l" t="t" r="r" b="b"/>
            <a:pathLst>
              <a:path w="3997652" h="5037857">
                <a:moveTo>
                  <a:pt x="0" y="0"/>
                </a:moveTo>
                <a:lnTo>
                  <a:pt x="3997652" y="0"/>
                </a:lnTo>
                <a:lnTo>
                  <a:pt x="3997652" y="5037857"/>
                </a:lnTo>
                <a:lnTo>
                  <a:pt x="0" y="5037857"/>
                </a:lnTo>
                <a:close/>
              </a:path>
            </a:pathLst>
          </a:custGeom>
        </p:spPr>
        <p:txBody>
          <a:bodyPr wrap="square" rtlCol="0" anchor="t">
            <a:noAutofit/>
          </a:bodyPr>
          <a:lstStyle>
            <a:lvl1pPr algn="ctr">
              <a:defRPr/>
            </a:lvl1pPr>
          </a:lstStyle>
          <a:p>
            <a:pPr rtl="0"/>
            <a:r>
              <a:rPr lang="en-GB"/>
              <a:t>Click to add photo</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1" y="6144405"/>
            <a:ext cx="815008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8206532"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7" name="Footer Placeholder 7">
            <a:extLst>
              <a:ext uri="{FF2B5EF4-FFF2-40B4-BE49-F238E27FC236}">
                <a16:creationId xmlns:a16="http://schemas.microsoft.com/office/drawing/2014/main" id="{182CF530-D736-4104-8678-850EEDF997E6}"/>
              </a:ext>
            </a:extLst>
          </p:cNvPr>
          <p:cNvSpPr>
            <a:spLocks noGrp="1"/>
          </p:cNvSpPr>
          <p:nvPr>
            <p:ph type="ftr" sz="quarter" idx="11"/>
          </p:nvPr>
        </p:nvSpPr>
        <p:spPr>
          <a:xfrm>
            <a:off x="787178" y="6309360"/>
            <a:ext cx="6623040" cy="457200"/>
          </a:xfrm>
        </p:spPr>
        <p:txBody>
          <a:bodyPr rtlCol="0"/>
          <a:lstStyle>
            <a:lvl1pPr>
              <a:defRPr>
                <a:solidFill>
                  <a:schemeClr val="bg1"/>
                </a:solidFill>
              </a:defRPr>
            </a:lvl1pPr>
          </a:lstStyle>
          <a:p>
            <a:pPr rtl="0"/>
            <a:r>
              <a:rPr lang="en-GB"/>
              <a:t>Presentation Title</a:t>
            </a:r>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8142523"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9" name="Date Placeholder 5">
            <a:extLst>
              <a:ext uri="{FF2B5EF4-FFF2-40B4-BE49-F238E27FC236}">
                <a16:creationId xmlns:a16="http://schemas.microsoft.com/office/drawing/2014/main" id="{8DEDB7CE-711E-4E43-9450-4C7BECE2FCFC}"/>
              </a:ext>
            </a:extLst>
          </p:cNvPr>
          <p:cNvSpPr>
            <a:spLocks noGrp="1"/>
          </p:cNvSpPr>
          <p:nvPr>
            <p:ph type="dt" sz="half" idx="10"/>
          </p:nvPr>
        </p:nvSpPr>
        <p:spPr>
          <a:xfrm>
            <a:off x="8379537" y="6309360"/>
            <a:ext cx="1885598" cy="457200"/>
          </a:xfrm>
        </p:spPr>
        <p:txBody>
          <a:bodyPr rtlCol="0"/>
          <a:lstStyle/>
          <a:p>
            <a:pPr rtl="0"/>
            <a:r>
              <a:rPr lang="en-GB"/>
              <a:t>2/1/20XX</a:t>
            </a:r>
            <a:endParaRPr lang="en-GB" dirty="0"/>
          </a:p>
        </p:txBody>
      </p:sp>
      <p:sp>
        <p:nvSpPr>
          <p:cNvPr id="20" name="Slide Number Placeholder 9">
            <a:extLst>
              <a:ext uri="{FF2B5EF4-FFF2-40B4-BE49-F238E27FC236}">
                <a16:creationId xmlns:a16="http://schemas.microsoft.com/office/drawing/2014/main" id="{F5D9588C-9E6B-42F6-8B42-D18388626ACB}"/>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2257348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C341663-7159-49AD-AAF3-4B3C490D812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5" name="Rectangle 24">
            <a:extLst>
              <a:ext uri="{FF2B5EF4-FFF2-40B4-BE49-F238E27FC236}">
                <a16:creationId xmlns:a16="http://schemas.microsoft.com/office/drawing/2014/main" id="{96DEFA91-CCB3-4B9E-9CFC-AA9D92073BB2}"/>
              </a:ext>
              <a:ext uri="{C183D7F6-B498-43B3-948B-1728B52AA6E4}">
                <adec:decorative xmlns:adec="http://schemas.microsoft.com/office/drawing/2017/decorative" val="1"/>
              </a:ext>
            </a:extLst>
          </p:cNvPr>
          <p:cNvSpPr/>
          <p:nvPr userDrawn="1"/>
        </p:nvSpPr>
        <p:spPr>
          <a:xfrm>
            <a:off x="0" y="3396996"/>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4" name="Rectangle 23">
            <a:extLst>
              <a:ext uri="{FF2B5EF4-FFF2-40B4-BE49-F238E27FC236}">
                <a16:creationId xmlns:a16="http://schemas.microsoft.com/office/drawing/2014/main" id="{D83D2425-8E71-4C9D-8737-018CE44525D0}"/>
              </a:ext>
              <a:ext uri="{C183D7F6-B498-43B3-948B-1728B52AA6E4}">
                <adec:decorative xmlns:adec="http://schemas.microsoft.com/office/drawing/2017/decorative" val="1"/>
              </a:ext>
            </a:extLst>
          </p:cNvPr>
          <p:cNvSpPr/>
          <p:nvPr userDrawn="1"/>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7" name="Rectangle 26">
            <a:extLst>
              <a:ext uri="{FF2B5EF4-FFF2-40B4-BE49-F238E27FC236}">
                <a16:creationId xmlns:a16="http://schemas.microsoft.com/office/drawing/2014/main" id="{20F2EB12-394C-40E4-9186-CBD6635B5DA9}"/>
              </a:ext>
              <a:ext uri="{C183D7F6-B498-43B3-948B-1728B52AA6E4}">
                <adec:decorative xmlns:adec="http://schemas.microsoft.com/office/drawing/2017/decorative" val="1"/>
              </a:ext>
            </a:extLst>
          </p:cNvPr>
          <p:cNvSpPr/>
          <p:nvPr userDrawn="1"/>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8" name="Title 1">
            <a:extLst>
              <a:ext uri="{FF2B5EF4-FFF2-40B4-BE49-F238E27FC236}">
                <a16:creationId xmlns:a16="http://schemas.microsoft.com/office/drawing/2014/main" id="{53F9468C-8821-4670-9C7C-78E7D75861AD}"/>
              </a:ext>
            </a:extLst>
          </p:cNvPr>
          <p:cNvSpPr>
            <a:spLocks noGrp="1"/>
          </p:cNvSpPr>
          <p:nvPr>
            <p:ph type="title" hasCustomPrompt="1"/>
          </p:nvPr>
        </p:nvSpPr>
        <p:spPr>
          <a:xfrm>
            <a:off x="5205915" y="673308"/>
            <a:ext cx="6457717" cy="1580890"/>
          </a:xfrm>
        </p:spPr>
        <p:txBody>
          <a:bodyPr rtlCol="0"/>
          <a:lstStyle>
            <a:lvl1pPr>
              <a:defRPr/>
            </a:lvl1pPr>
          </a:lstStyle>
          <a:p>
            <a:pPr rtl="0"/>
            <a:r>
              <a:rPr lang="en-GB"/>
              <a:t>Click to add title</a:t>
            </a:r>
          </a:p>
        </p:txBody>
      </p:sp>
      <p:sp>
        <p:nvSpPr>
          <p:cNvPr id="35" name="Picture Placeholder 5">
            <a:extLst>
              <a:ext uri="{FF2B5EF4-FFF2-40B4-BE49-F238E27FC236}">
                <a16:creationId xmlns:a16="http://schemas.microsoft.com/office/drawing/2014/main" id="{6198A97B-719D-4F79-A04B-46EE272A1D90}"/>
              </a:ext>
            </a:extLst>
          </p:cNvPr>
          <p:cNvSpPr>
            <a:spLocks noGrp="1"/>
          </p:cNvSpPr>
          <p:nvPr>
            <p:ph type="pic" sz="quarter" idx="14" hasCustomPrompt="1"/>
          </p:nvPr>
        </p:nvSpPr>
        <p:spPr>
          <a:xfrm>
            <a:off x="0" y="3461004"/>
            <a:ext cx="4613547" cy="3396996"/>
          </a:xfrm>
        </p:spPr>
        <p:txBody>
          <a:bodyPr rtlCol="0" anchor="t"/>
          <a:lstStyle>
            <a:lvl1pPr algn="ctr">
              <a:defRPr/>
            </a:lvl1pPr>
          </a:lstStyle>
          <a:p>
            <a:pPr rtl="0"/>
            <a:r>
              <a:rPr lang="en-GB"/>
              <a:t>Click to add photo</a:t>
            </a:r>
          </a:p>
        </p:txBody>
      </p:sp>
      <p:sp>
        <p:nvSpPr>
          <p:cNvPr id="34" name="Picture Placeholder 5">
            <a:extLst>
              <a:ext uri="{FF2B5EF4-FFF2-40B4-BE49-F238E27FC236}">
                <a16:creationId xmlns:a16="http://schemas.microsoft.com/office/drawing/2014/main" id="{79E62157-5D84-47E4-9718-5408E1C7E769}"/>
              </a:ext>
            </a:extLst>
          </p:cNvPr>
          <p:cNvSpPr>
            <a:spLocks noGrp="1"/>
          </p:cNvSpPr>
          <p:nvPr>
            <p:ph type="pic" sz="quarter" idx="13" hasCustomPrompt="1"/>
          </p:nvPr>
        </p:nvSpPr>
        <p:spPr>
          <a:xfrm>
            <a:off x="0" y="0"/>
            <a:ext cx="4613548" cy="3396994"/>
          </a:xfrm>
        </p:spPr>
        <p:txBody>
          <a:bodyPr rtlCol="0" anchor="t"/>
          <a:lstStyle>
            <a:lvl1pPr algn="ctr">
              <a:defRPr/>
            </a:lvl1pPr>
          </a:lstStyle>
          <a:p>
            <a:pPr rtl="0"/>
            <a:r>
              <a:rPr lang="en-GB"/>
              <a:t>Click to add photo</a:t>
            </a:r>
          </a:p>
        </p:txBody>
      </p:sp>
      <p:sp>
        <p:nvSpPr>
          <p:cNvPr id="29" name="Content Placeholder 2">
            <a:extLst>
              <a:ext uri="{FF2B5EF4-FFF2-40B4-BE49-F238E27FC236}">
                <a16:creationId xmlns:a16="http://schemas.microsoft.com/office/drawing/2014/main" id="{551E6FEF-934C-427E-A65F-F501B04FC71D}"/>
              </a:ext>
            </a:extLst>
          </p:cNvPr>
          <p:cNvSpPr>
            <a:spLocks noGrp="1"/>
          </p:cNvSpPr>
          <p:nvPr>
            <p:ph idx="1" hasCustomPrompt="1"/>
          </p:nvPr>
        </p:nvSpPr>
        <p:spPr>
          <a:xfrm>
            <a:off x="5205918" y="2353586"/>
            <a:ext cx="6457717" cy="3767496"/>
          </a:xfrm>
        </p:spPr>
        <p:txBody>
          <a:bodyPr rtlCol="0" anchor="t">
            <a:normAutofit/>
          </a:bodyPr>
          <a:lstStyle>
            <a:lvl1pPr>
              <a:defRPr sz="1600" b="0" baseline="0"/>
            </a:lvl1pPr>
          </a:lstStyle>
          <a:p>
            <a:pPr rtl="0"/>
            <a:r>
              <a:rPr lang="en-GB"/>
              <a:t>Click to add text</a:t>
            </a:r>
          </a:p>
        </p:txBody>
      </p:sp>
      <p:sp>
        <p:nvSpPr>
          <p:cNvPr id="31" name="Footer Placeholder 4">
            <a:extLst>
              <a:ext uri="{FF2B5EF4-FFF2-40B4-BE49-F238E27FC236}">
                <a16:creationId xmlns:a16="http://schemas.microsoft.com/office/drawing/2014/main" id="{CA12CF76-B207-465C-A494-3C57818ACCE6}"/>
              </a:ext>
            </a:extLst>
          </p:cNvPr>
          <p:cNvSpPr>
            <a:spLocks noGrp="1"/>
          </p:cNvSpPr>
          <p:nvPr>
            <p:ph type="ftr" sz="quarter" idx="11"/>
          </p:nvPr>
        </p:nvSpPr>
        <p:spPr>
          <a:xfrm>
            <a:off x="261906" y="6309360"/>
            <a:ext cx="4097030" cy="457200"/>
          </a:xfrm>
        </p:spPr>
        <p:txBody>
          <a:bodyPr rtlCol="0"/>
          <a:lstStyle>
            <a:lvl1pPr>
              <a:defRPr>
                <a:effectLst>
                  <a:outerShdw blurRad="50800" dist="38100" dir="240000" algn="ctr" rotWithShape="0">
                    <a:schemeClr val="tx1">
                      <a:alpha val="43000"/>
                    </a:schemeClr>
                  </a:outerShdw>
                </a:effectLst>
              </a:defRPr>
            </a:lvl1pPr>
          </a:lstStyle>
          <a:p>
            <a:pPr rtl="0"/>
            <a:r>
              <a:rPr lang="en-GB"/>
              <a:t>Presentation Title</a:t>
            </a:r>
          </a:p>
        </p:txBody>
      </p:sp>
      <p:sp>
        <p:nvSpPr>
          <p:cNvPr id="30" name="Date Placeholder 3">
            <a:extLst>
              <a:ext uri="{FF2B5EF4-FFF2-40B4-BE49-F238E27FC236}">
                <a16:creationId xmlns:a16="http://schemas.microsoft.com/office/drawing/2014/main" id="{9F682261-0FB4-4600-86B5-DDF27881F743}"/>
              </a:ext>
            </a:extLst>
          </p:cNvPr>
          <p:cNvSpPr>
            <a:spLocks noGrp="1"/>
          </p:cNvSpPr>
          <p:nvPr>
            <p:ph type="dt" sz="half" idx="10"/>
          </p:nvPr>
        </p:nvSpPr>
        <p:spPr>
          <a:xfrm>
            <a:off x="5205303" y="6309360"/>
            <a:ext cx="3411973" cy="457200"/>
          </a:xfrm>
        </p:spPr>
        <p:txBody>
          <a:bodyPr rtlCol="0"/>
          <a:lstStyle>
            <a:lvl1pPr>
              <a:defRPr>
                <a:effectLst/>
              </a:defRPr>
            </a:lvl1pPr>
          </a:lstStyle>
          <a:p>
            <a:pPr rtl="0"/>
            <a:r>
              <a:rPr lang="en-GB">
                <a:solidFill>
                  <a:schemeClr val="tx2"/>
                </a:solidFill>
              </a:rPr>
              <a:t>2/1/20XX</a:t>
            </a:r>
            <a:endParaRPr lang="en-GB" dirty="0"/>
          </a:p>
        </p:txBody>
      </p:sp>
      <p:sp>
        <p:nvSpPr>
          <p:cNvPr id="32" name="Slide Number Placeholder 5">
            <a:extLst>
              <a:ext uri="{FF2B5EF4-FFF2-40B4-BE49-F238E27FC236}">
                <a16:creationId xmlns:a16="http://schemas.microsoft.com/office/drawing/2014/main" id="{632EB37A-06D5-4BC7-BC11-75B1719B0EA4}"/>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2348522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7E77A60-3019-43AE-AA38-E130C04CFD8D}"/>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5" name="Rectangle 24">
            <a:extLst>
              <a:ext uri="{FF2B5EF4-FFF2-40B4-BE49-F238E27FC236}">
                <a16:creationId xmlns:a16="http://schemas.microsoft.com/office/drawing/2014/main" id="{3FDBF0FB-88D2-4271-BFAF-D129CF8C2F68}"/>
              </a:ext>
            </a:extLst>
          </p:cNvPr>
          <p:cNvSpPr/>
          <p:nvPr userDrawn="1"/>
        </p:nvSpPr>
        <p:spPr>
          <a:xfrm>
            <a:off x="7547855" y="-4078"/>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7" name="Rectangle 26">
            <a:extLst>
              <a:ext uri="{FF2B5EF4-FFF2-40B4-BE49-F238E27FC236}">
                <a16:creationId xmlns:a16="http://schemas.microsoft.com/office/drawing/2014/main" id="{862B807B-6DFA-471C-B675-016416207F0E}"/>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8" name="Rectangle 27">
            <a:extLst>
              <a:ext uri="{FF2B5EF4-FFF2-40B4-BE49-F238E27FC236}">
                <a16:creationId xmlns:a16="http://schemas.microsoft.com/office/drawing/2014/main" id="{0555D4C0-9882-489D-AD77-A9F38B3784A6}"/>
              </a:ext>
            </a:extLst>
          </p:cNvPr>
          <p:cNvSpPr/>
          <p:nvPr userDrawn="1"/>
        </p:nvSpPr>
        <p:spPr>
          <a:xfrm>
            <a:off x="7585468" y="1095508"/>
            <a:ext cx="46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9" name="Title 1">
            <a:extLst>
              <a:ext uri="{FF2B5EF4-FFF2-40B4-BE49-F238E27FC236}">
                <a16:creationId xmlns:a16="http://schemas.microsoft.com/office/drawing/2014/main" id="{63F61843-5C9C-49E0-8A90-64085BC79F79}"/>
              </a:ext>
            </a:extLst>
          </p:cNvPr>
          <p:cNvSpPr>
            <a:spLocks noGrp="1"/>
          </p:cNvSpPr>
          <p:nvPr>
            <p:ph type="ctrTitle" hasCustomPrompt="1"/>
          </p:nvPr>
        </p:nvSpPr>
        <p:spPr>
          <a:xfrm>
            <a:off x="7973503" y="1709530"/>
            <a:ext cx="3754671" cy="2528515"/>
          </a:xfrm>
        </p:spPr>
        <p:txBody>
          <a:bodyPr rtlCol="0" anchor="b"/>
          <a:lstStyle>
            <a:lvl1pPr>
              <a:lnSpc>
                <a:spcPct val="100000"/>
              </a:lnSpc>
              <a:defRPr/>
            </a:lvl1pPr>
          </a:lstStyle>
          <a:p>
            <a:pPr rtl="0"/>
            <a:r>
              <a:rPr lang="en-GB" sz="3600" b="1" cap="none">
                <a:solidFill>
                  <a:schemeClr val="tx2"/>
                </a:solidFill>
              </a:rPr>
              <a:t>Click to add title</a:t>
            </a:r>
          </a:p>
        </p:txBody>
      </p:sp>
      <p:sp>
        <p:nvSpPr>
          <p:cNvPr id="30" name="Subtitle 2">
            <a:extLst>
              <a:ext uri="{FF2B5EF4-FFF2-40B4-BE49-F238E27FC236}">
                <a16:creationId xmlns:a16="http://schemas.microsoft.com/office/drawing/2014/main" id="{15C8BDC7-F09C-40A3-B14E-9A49781EE6CE}"/>
              </a:ext>
            </a:extLst>
          </p:cNvPr>
          <p:cNvSpPr>
            <a:spLocks noGrp="1"/>
          </p:cNvSpPr>
          <p:nvPr>
            <p:ph type="subTitle" idx="1" hasCustomPrompt="1"/>
          </p:nvPr>
        </p:nvSpPr>
        <p:spPr>
          <a:xfrm>
            <a:off x="7976914" y="4238046"/>
            <a:ext cx="3806919" cy="1741404"/>
          </a:xfrm>
        </p:spPr>
        <p:txBody>
          <a:bodyPr rtlCol="0" anchor="t">
            <a:normAutofit/>
          </a:bodyPr>
          <a:lstStyle>
            <a:lvl1pPr>
              <a:defRPr sz="1600" b="0"/>
            </a:lvl1pPr>
          </a:lstStyle>
          <a:p>
            <a:pPr rtl="0"/>
            <a:r>
              <a:rPr lang="en-GB" sz="2000">
                <a:solidFill>
                  <a:schemeClr val="tx2"/>
                </a:solidFill>
              </a:rPr>
              <a:t>Click to add subtitle</a:t>
            </a:r>
          </a:p>
        </p:txBody>
      </p:sp>
      <p:sp>
        <p:nvSpPr>
          <p:cNvPr id="32" name="Rectangle 31">
            <a:extLst>
              <a:ext uri="{FF2B5EF4-FFF2-40B4-BE49-F238E27FC236}">
                <a16:creationId xmlns:a16="http://schemas.microsoft.com/office/drawing/2014/main" id="{247A5DB4-1ED7-4630-89AF-F1802E44EF89}"/>
              </a:ext>
            </a:extLst>
          </p:cNvPr>
          <p:cNvSpPr/>
          <p:nvPr userDrawn="1"/>
        </p:nvSpPr>
        <p:spPr>
          <a:xfrm>
            <a:off x="0" y="6144405"/>
            <a:ext cx="7534656"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3" name="Rectangle 32">
            <a:extLst>
              <a:ext uri="{FF2B5EF4-FFF2-40B4-BE49-F238E27FC236}">
                <a16:creationId xmlns:a16="http://schemas.microsoft.com/office/drawing/2014/main" id="{6E5D4012-4107-490F-A369-EA7063242A98}"/>
              </a:ext>
            </a:extLst>
          </p:cNvPr>
          <p:cNvSpPr/>
          <p:nvPr userDrawn="1"/>
        </p:nvSpPr>
        <p:spPr>
          <a:xfrm>
            <a:off x="7585468" y="6167615"/>
            <a:ext cx="46034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4" name="Rectangle 33">
            <a:extLst>
              <a:ext uri="{FF2B5EF4-FFF2-40B4-BE49-F238E27FC236}">
                <a16:creationId xmlns:a16="http://schemas.microsoft.com/office/drawing/2014/main" id="{795C79E2-9EA5-4713-B4AF-0E4572CFFA2F}"/>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6" name="Rectangle 35">
            <a:extLst>
              <a:ext uri="{FF2B5EF4-FFF2-40B4-BE49-F238E27FC236}">
                <a16:creationId xmlns:a16="http://schemas.microsoft.com/office/drawing/2014/main" id="{274C09E2-06F0-4230-8DAD-A0DBF01F8603}"/>
              </a:ext>
            </a:extLst>
          </p:cNvPr>
          <p:cNvSpPr/>
          <p:nvPr userDrawn="1"/>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40" name="Picture Placeholder 38">
            <a:extLst>
              <a:ext uri="{FF2B5EF4-FFF2-40B4-BE49-F238E27FC236}">
                <a16:creationId xmlns:a16="http://schemas.microsoft.com/office/drawing/2014/main" id="{AB2070F4-085F-4F8D-A1E8-A58E5F8F0687}"/>
              </a:ext>
            </a:extLst>
          </p:cNvPr>
          <p:cNvSpPr>
            <a:spLocks noGrp="1"/>
          </p:cNvSpPr>
          <p:nvPr>
            <p:ph type="pic" sz="quarter" idx="13" hasCustomPrompt="1"/>
          </p:nvPr>
        </p:nvSpPr>
        <p:spPr>
          <a:xfrm>
            <a:off x="1" y="1095509"/>
            <a:ext cx="7519932" cy="5016892"/>
          </a:xfrm>
        </p:spPr>
        <p:txBody>
          <a:bodyPr rtlCol="0" anchor="t"/>
          <a:lstStyle>
            <a:lvl1pPr algn="ctr">
              <a:defRPr/>
            </a:lvl1pPr>
          </a:lstStyle>
          <a:p>
            <a:pPr rtl="0"/>
            <a:r>
              <a:rPr lang="en-GB"/>
              <a:t>Click to add photo</a:t>
            </a:r>
          </a:p>
        </p:txBody>
      </p:sp>
    </p:spTree>
    <p:extLst>
      <p:ext uri="{BB962C8B-B14F-4D97-AF65-F5344CB8AC3E}">
        <p14:creationId xmlns:p14="http://schemas.microsoft.com/office/powerpoint/2010/main" val="3640490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EBA854-A26D-41C5-9D40-DF6B49ACB136}"/>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3" name="Rectangle 12">
            <a:extLst>
              <a:ext uri="{FF2B5EF4-FFF2-40B4-BE49-F238E27FC236}">
                <a16:creationId xmlns:a16="http://schemas.microsoft.com/office/drawing/2014/main" id="{0995BFA7-EB65-4E20-A693-324FEF74D3AE}"/>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4" name="Rectangle 13">
            <a:extLst>
              <a:ext uri="{FF2B5EF4-FFF2-40B4-BE49-F238E27FC236}">
                <a16:creationId xmlns:a16="http://schemas.microsoft.com/office/drawing/2014/main" id="{6A9E9218-0397-4231-81F4-03972AB6A3DD}"/>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5" name="Title 1">
            <a:extLst>
              <a:ext uri="{FF2B5EF4-FFF2-40B4-BE49-F238E27FC236}">
                <a16:creationId xmlns:a16="http://schemas.microsoft.com/office/drawing/2014/main" id="{81905177-1789-44BB-950A-7018653E6466}"/>
              </a:ext>
            </a:extLst>
          </p:cNvPr>
          <p:cNvSpPr>
            <a:spLocks noGrp="1"/>
          </p:cNvSpPr>
          <p:nvPr>
            <p:ph type="title" hasCustomPrompt="1"/>
          </p:nvPr>
        </p:nvSpPr>
        <p:spPr>
          <a:xfrm>
            <a:off x="1535371" y="1044054"/>
            <a:ext cx="10013709" cy="1030360"/>
          </a:xfrm>
        </p:spPr>
        <p:txBody>
          <a:bodyPr rtlCol="0"/>
          <a:lstStyle>
            <a:lvl1pPr>
              <a:defRPr>
                <a:solidFill>
                  <a:schemeClr val="bg1"/>
                </a:solidFill>
              </a:defRPr>
            </a:lvl1pPr>
          </a:lstStyle>
          <a:p>
            <a:pPr rtl="0"/>
            <a:r>
              <a:rPr lang="en-GB">
                <a:solidFill>
                  <a:schemeClr val="bg1"/>
                </a:solidFill>
              </a:rPr>
              <a:t>Click to add title</a:t>
            </a:r>
          </a:p>
        </p:txBody>
      </p:sp>
      <p:sp>
        <p:nvSpPr>
          <p:cNvPr id="16" name="Rectangle 15">
            <a:extLst>
              <a:ext uri="{FF2B5EF4-FFF2-40B4-BE49-F238E27FC236}">
                <a16:creationId xmlns:a16="http://schemas.microsoft.com/office/drawing/2014/main" id="{AF2F4B8C-C655-4441-A7FF-616EF634E6E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7" name="Rectangle 16">
            <a:extLst>
              <a:ext uri="{FF2B5EF4-FFF2-40B4-BE49-F238E27FC236}">
                <a16:creationId xmlns:a16="http://schemas.microsoft.com/office/drawing/2014/main" id="{F89301A4-3CA9-4D0E-944E-1BE5921FA0B3}"/>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9" name="Footer Placeholder 4">
            <a:extLst>
              <a:ext uri="{FF2B5EF4-FFF2-40B4-BE49-F238E27FC236}">
                <a16:creationId xmlns:a16="http://schemas.microsoft.com/office/drawing/2014/main" id="{A9C29C55-D1EC-4DD4-BA5B-11E4AB1578D7}"/>
              </a:ext>
            </a:extLst>
          </p:cNvPr>
          <p:cNvSpPr>
            <a:spLocks noGrp="1"/>
          </p:cNvSpPr>
          <p:nvPr>
            <p:ph type="ftr" sz="quarter" idx="11"/>
          </p:nvPr>
        </p:nvSpPr>
        <p:spPr>
          <a:xfrm>
            <a:off x="1535371" y="6309360"/>
            <a:ext cx="5732061" cy="457200"/>
          </a:xfrm>
        </p:spPr>
        <p:txBody>
          <a:bodyPr rtlCol="0"/>
          <a:lstStyle/>
          <a:p>
            <a:pPr rtl="0"/>
            <a:r>
              <a:rPr lang="en-GB"/>
              <a:t>Presentation Title</a:t>
            </a:r>
          </a:p>
        </p:txBody>
      </p:sp>
      <p:sp>
        <p:nvSpPr>
          <p:cNvPr id="20" name="Date Placeholder 3">
            <a:extLst>
              <a:ext uri="{FF2B5EF4-FFF2-40B4-BE49-F238E27FC236}">
                <a16:creationId xmlns:a16="http://schemas.microsoft.com/office/drawing/2014/main" id="{C31C8C6B-3212-41F0-A8A1-4A6A700AFB9D}"/>
              </a:ext>
            </a:extLst>
          </p:cNvPr>
          <p:cNvSpPr>
            <a:spLocks noGrp="1"/>
          </p:cNvSpPr>
          <p:nvPr>
            <p:ph type="dt" sz="half" idx="10"/>
          </p:nvPr>
        </p:nvSpPr>
        <p:spPr>
          <a:xfrm>
            <a:off x="8202168" y="6309360"/>
            <a:ext cx="2148840" cy="457200"/>
          </a:xfrm>
        </p:spPr>
        <p:txBody>
          <a:bodyPr rtlCol="0"/>
          <a:lstStyle/>
          <a:p>
            <a:pPr rtl="0"/>
            <a:r>
              <a:rPr lang="en-GB"/>
              <a:t>2/1/20XX</a:t>
            </a:r>
            <a:endParaRPr lang="en-GB" dirty="0"/>
          </a:p>
        </p:txBody>
      </p:sp>
      <p:sp>
        <p:nvSpPr>
          <p:cNvPr id="21" name="Slide Number Placeholder 5">
            <a:extLst>
              <a:ext uri="{FF2B5EF4-FFF2-40B4-BE49-F238E27FC236}">
                <a16:creationId xmlns:a16="http://schemas.microsoft.com/office/drawing/2014/main" id="{67357410-255F-470C-AD92-44B15997A771}"/>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260435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DF88512-9E62-4695-B350-39488566A1F7}"/>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Rectangle 6">
            <a:extLst>
              <a:ext uri="{FF2B5EF4-FFF2-40B4-BE49-F238E27FC236}">
                <a16:creationId xmlns:a16="http://schemas.microsoft.com/office/drawing/2014/main" id="{18CD596D-95F4-4C5C-A0E7-86D747FE70BE}"/>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8" name="Rectangle 7">
            <a:extLst>
              <a:ext uri="{FF2B5EF4-FFF2-40B4-BE49-F238E27FC236}">
                <a16:creationId xmlns:a16="http://schemas.microsoft.com/office/drawing/2014/main" id="{67553E9F-DCBF-4BEE-A261-5AA97361A0E0}"/>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9" name="Title 1">
            <a:extLst>
              <a:ext uri="{FF2B5EF4-FFF2-40B4-BE49-F238E27FC236}">
                <a16:creationId xmlns:a16="http://schemas.microsoft.com/office/drawing/2014/main" id="{949B0EB0-AEBA-44ED-BC77-4188C7486144}"/>
              </a:ext>
            </a:extLst>
          </p:cNvPr>
          <p:cNvSpPr>
            <a:spLocks noGrp="1"/>
          </p:cNvSpPr>
          <p:nvPr>
            <p:ph type="title" hasCustomPrompt="1"/>
          </p:nvPr>
        </p:nvSpPr>
        <p:spPr>
          <a:xfrm>
            <a:off x="1535371" y="1044054"/>
            <a:ext cx="10013709" cy="1030360"/>
          </a:xfrm>
        </p:spPr>
        <p:txBody>
          <a:bodyPr rtlCol="0"/>
          <a:lstStyle>
            <a:lvl1pPr>
              <a:defRPr>
                <a:solidFill>
                  <a:schemeClr val="bg1"/>
                </a:solidFill>
              </a:defRPr>
            </a:lvl1pPr>
          </a:lstStyle>
          <a:p>
            <a:pPr rtl="0"/>
            <a:r>
              <a:rPr lang="en-GB">
                <a:solidFill>
                  <a:schemeClr val="bg1"/>
                </a:solidFill>
              </a:rPr>
              <a:t>Click to add title</a:t>
            </a:r>
          </a:p>
        </p:txBody>
      </p:sp>
      <p:sp>
        <p:nvSpPr>
          <p:cNvPr id="10" name="Rectangle 9">
            <a:extLst>
              <a:ext uri="{FF2B5EF4-FFF2-40B4-BE49-F238E27FC236}">
                <a16:creationId xmlns:a16="http://schemas.microsoft.com/office/drawing/2014/main" id="{7278DD10-67BC-4E87-A788-A45C6093F5F8}"/>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1" name="Rectangle 10">
            <a:extLst>
              <a:ext uri="{FF2B5EF4-FFF2-40B4-BE49-F238E27FC236}">
                <a16:creationId xmlns:a16="http://schemas.microsoft.com/office/drawing/2014/main" id="{916769F5-486B-4B48-A543-2C70359DF66E}"/>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2" name="Footer Placeholder 4">
            <a:extLst>
              <a:ext uri="{FF2B5EF4-FFF2-40B4-BE49-F238E27FC236}">
                <a16:creationId xmlns:a16="http://schemas.microsoft.com/office/drawing/2014/main" id="{B47BB165-F380-48C4-B95B-C09C91893B2D}"/>
              </a:ext>
            </a:extLst>
          </p:cNvPr>
          <p:cNvSpPr>
            <a:spLocks noGrp="1"/>
          </p:cNvSpPr>
          <p:nvPr>
            <p:ph type="ftr" sz="quarter" idx="11"/>
          </p:nvPr>
        </p:nvSpPr>
        <p:spPr>
          <a:xfrm>
            <a:off x="1535371" y="6309360"/>
            <a:ext cx="5732061" cy="457200"/>
          </a:xfrm>
        </p:spPr>
        <p:txBody>
          <a:bodyPr rtlCol="0"/>
          <a:lstStyle/>
          <a:p>
            <a:pPr rtl="0"/>
            <a:r>
              <a:rPr lang="en-GB"/>
              <a:t>Presentation Title</a:t>
            </a:r>
          </a:p>
        </p:txBody>
      </p:sp>
      <p:sp>
        <p:nvSpPr>
          <p:cNvPr id="13" name="Date Placeholder 3">
            <a:extLst>
              <a:ext uri="{FF2B5EF4-FFF2-40B4-BE49-F238E27FC236}">
                <a16:creationId xmlns:a16="http://schemas.microsoft.com/office/drawing/2014/main" id="{49ADD171-0134-4347-A2D8-0B9D7634F1B2}"/>
              </a:ext>
            </a:extLst>
          </p:cNvPr>
          <p:cNvSpPr>
            <a:spLocks noGrp="1"/>
          </p:cNvSpPr>
          <p:nvPr>
            <p:ph type="dt" sz="half" idx="10"/>
          </p:nvPr>
        </p:nvSpPr>
        <p:spPr>
          <a:xfrm>
            <a:off x="8202168" y="6309360"/>
            <a:ext cx="2148840" cy="457200"/>
          </a:xfrm>
        </p:spPr>
        <p:txBody>
          <a:bodyPr rtlCol="0"/>
          <a:lstStyle/>
          <a:p>
            <a:pPr rtl="0"/>
            <a:r>
              <a:rPr lang="en-GB"/>
              <a:t>2/1/20XX</a:t>
            </a:r>
            <a:endParaRPr lang="en-GB" dirty="0"/>
          </a:p>
        </p:txBody>
      </p:sp>
      <p:sp>
        <p:nvSpPr>
          <p:cNvPr id="14" name="Slide Number Placeholder 5">
            <a:extLst>
              <a:ext uri="{FF2B5EF4-FFF2-40B4-BE49-F238E27FC236}">
                <a16:creationId xmlns:a16="http://schemas.microsoft.com/office/drawing/2014/main" id="{F0805E9B-6657-4167-BD79-CAC59C0D841D}"/>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3684561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8A107B-E23F-4793-95B4-335240DB97AF}"/>
              </a:ext>
              <a:ext uri="{C183D7F6-B498-43B3-948B-1728B52AA6E4}">
                <adec:decorative xmlns:adec="http://schemas.microsoft.com/office/drawing/2017/decorative" val="1"/>
              </a:ext>
            </a:extLst>
          </p:cNvPr>
          <p:cNvSpPr/>
          <p:nvPr userDrawn="1"/>
        </p:nvSpPr>
        <p:spPr>
          <a:xfrm>
            <a:off x="4551118"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9" name="Picture Placeholder 8">
            <a:extLst>
              <a:ext uri="{FF2B5EF4-FFF2-40B4-BE49-F238E27FC236}">
                <a16:creationId xmlns:a16="http://schemas.microsoft.com/office/drawing/2014/main" id="{B7568F3C-8CA8-489A-9870-E2C458355CCA}"/>
              </a:ext>
            </a:extLst>
          </p:cNvPr>
          <p:cNvSpPr>
            <a:spLocks noGrp="1"/>
          </p:cNvSpPr>
          <p:nvPr>
            <p:ph type="pic" sz="quarter" idx="13" hasCustomPrompt="1"/>
          </p:nvPr>
        </p:nvSpPr>
        <p:spPr>
          <a:xfrm>
            <a:off x="0" y="0"/>
            <a:ext cx="12192000" cy="6858000"/>
          </a:xfrm>
          <a:custGeom>
            <a:avLst/>
            <a:gdLst>
              <a:gd name="connsiteX0" fmla="*/ 4615126 w 12192000"/>
              <a:gd name="connsiteY0" fmla="*/ 0 h 6858000"/>
              <a:gd name="connsiteX1" fmla="*/ 12192000 w 12192000"/>
              <a:gd name="connsiteY1" fmla="*/ 0 h 6858000"/>
              <a:gd name="connsiteX2" fmla="*/ 12192000 w 12192000"/>
              <a:gd name="connsiteY2" fmla="*/ 6858000 h 6858000"/>
              <a:gd name="connsiteX3" fmla="*/ 4615126 w 12192000"/>
              <a:gd name="connsiteY3" fmla="*/ 6858000 h 6858000"/>
              <a:gd name="connsiteX4" fmla="*/ 0 w 12192000"/>
              <a:gd name="connsiteY4" fmla="*/ 0 h 6858000"/>
              <a:gd name="connsiteX5" fmla="*/ 4551118 w 12192000"/>
              <a:gd name="connsiteY5" fmla="*/ 0 h 6858000"/>
              <a:gd name="connsiteX6" fmla="*/ 4551118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615126" y="0"/>
                </a:moveTo>
                <a:lnTo>
                  <a:pt x="12192000" y="0"/>
                </a:lnTo>
                <a:lnTo>
                  <a:pt x="12192000" y="6858000"/>
                </a:lnTo>
                <a:lnTo>
                  <a:pt x="4615126" y="6858000"/>
                </a:lnTo>
                <a:close/>
                <a:moveTo>
                  <a:pt x="0" y="0"/>
                </a:moveTo>
                <a:lnTo>
                  <a:pt x="4551118" y="0"/>
                </a:lnTo>
                <a:lnTo>
                  <a:pt x="4551118" y="6858000"/>
                </a:lnTo>
                <a:lnTo>
                  <a:pt x="0" y="6858000"/>
                </a:lnTo>
                <a:close/>
              </a:path>
            </a:pathLst>
          </a:custGeom>
        </p:spPr>
        <p:txBody>
          <a:bodyPr wrap="square" rtlCol="0" anchor="t">
            <a:noAutofit/>
          </a:bodyPr>
          <a:lstStyle>
            <a:lvl1pPr algn="ctr">
              <a:defRPr/>
            </a:lvl1pPr>
          </a:lstStyle>
          <a:p>
            <a:pPr rtl="0"/>
            <a:r>
              <a:rPr lang="en-GB"/>
              <a:t>Click to add photo</a:t>
            </a:r>
          </a:p>
        </p:txBody>
      </p:sp>
      <p:sp>
        <p:nvSpPr>
          <p:cNvPr id="2" name="Title 1">
            <a:extLst>
              <a:ext uri="{FF2B5EF4-FFF2-40B4-BE49-F238E27FC236}">
                <a16:creationId xmlns:a16="http://schemas.microsoft.com/office/drawing/2014/main" id="{CE2C14E8-F37D-4BEA-9D62-5E707EDF0D44}"/>
              </a:ext>
            </a:extLst>
          </p:cNvPr>
          <p:cNvSpPr>
            <a:spLocks noGrp="1"/>
          </p:cNvSpPr>
          <p:nvPr>
            <p:ph type="title" hasCustomPrompt="1"/>
          </p:nvPr>
        </p:nvSpPr>
        <p:spPr>
          <a:xfrm>
            <a:off x="-1725" y="1095508"/>
            <a:ext cx="4606535" cy="3936931"/>
          </a:xfrm>
          <a:solidFill>
            <a:schemeClr val="tx2"/>
          </a:solidFill>
        </p:spPr>
        <p:txBody>
          <a:bodyPr rIns="365760" rtlCol="0" anchor="b"/>
          <a:lstStyle>
            <a:lvl1pPr marL="365760">
              <a:lnSpc>
                <a:spcPct val="100000"/>
              </a:lnSpc>
              <a:spcBef>
                <a:spcPts val="1000"/>
              </a:spcBef>
              <a:defRPr sz="3600">
                <a:solidFill>
                  <a:schemeClr val="bg1"/>
                </a:solidFill>
              </a:defRPr>
            </a:lvl1pPr>
          </a:lstStyle>
          <a:p>
            <a:pPr rtl="0"/>
            <a:r>
              <a:rPr lang="en-GB"/>
              <a:t>CLICK TO EDIT MASTER TITLE STYLE</a:t>
            </a:r>
          </a:p>
        </p:txBody>
      </p:sp>
      <p:sp>
        <p:nvSpPr>
          <p:cNvPr id="5" name="Text Placeholder 4">
            <a:extLst>
              <a:ext uri="{FF2B5EF4-FFF2-40B4-BE49-F238E27FC236}">
                <a16:creationId xmlns:a16="http://schemas.microsoft.com/office/drawing/2014/main" id="{D1784D33-9C88-49E6-8F90-05148C5496F5}"/>
              </a:ext>
            </a:extLst>
          </p:cNvPr>
          <p:cNvSpPr>
            <a:spLocks noGrp="1"/>
          </p:cNvSpPr>
          <p:nvPr>
            <p:ph type="body" sz="quarter" idx="14"/>
          </p:nvPr>
        </p:nvSpPr>
        <p:spPr>
          <a:xfrm>
            <a:off x="-1726" y="5032439"/>
            <a:ext cx="4606535" cy="1079962"/>
          </a:xfrm>
          <a:solidFill>
            <a:schemeClr val="tx2"/>
          </a:solidFill>
        </p:spPr>
        <p:txBody>
          <a:bodyPr rtlCol="0" anchor="ctr"/>
          <a:lstStyle>
            <a:lvl1pPr marL="365760">
              <a:spcBef>
                <a:spcPts val="1000"/>
              </a:spcBef>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en-GB"/>
              <a:t>Click to edit Master text styles</a:t>
            </a:r>
          </a:p>
        </p:txBody>
      </p:sp>
      <p:sp>
        <p:nvSpPr>
          <p:cNvPr id="24" name="Footer Placeholder 4">
            <a:extLst>
              <a:ext uri="{FF2B5EF4-FFF2-40B4-BE49-F238E27FC236}">
                <a16:creationId xmlns:a16="http://schemas.microsoft.com/office/drawing/2014/main" id="{5CD820E0-0083-439B-A9DE-C3DEA1DEA851}"/>
              </a:ext>
            </a:extLst>
          </p:cNvPr>
          <p:cNvSpPr>
            <a:spLocks noGrp="1"/>
          </p:cNvSpPr>
          <p:nvPr>
            <p:ph type="ftr" sz="quarter" idx="11"/>
          </p:nvPr>
        </p:nvSpPr>
        <p:spPr>
          <a:xfrm>
            <a:off x="855388" y="6309360"/>
            <a:ext cx="6007691" cy="457200"/>
          </a:xfr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en-GB"/>
              <a:t>Presentation Title</a:t>
            </a:r>
          </a:p>
        </p:txBody>
      </p:sp>
      <p:sp>
        <p:nvSpPr>
          <p:cNvPr id="26" name="Date Placeholder 3">
            <a:extLst>
              <a:ext uri="{FF2B5EF4-FFF2-40B4-BE49-F238E27FC236}">
                <a16:creationId xmlns:a16="http://schemas.microsoft.com/office/drawing/2014/main" id="{D8A8D931-E01B-43C0-806F-2413BF5938FC}"/>
              </a:ext>
            </a:extLst>
          </p:cNvPr>
          <p:cNvSpPr>
            <a:spLocks noGrp="1"/>
          </p:cNvSpPr>
          <p:nvPr>
            <p:ph type="dt" sz="half" idx="10"/>
          </p:nvPr>
        </p:nvSpPr>
        <p:spPr>
          <a:xfrm>
            <a:off x="8197353" y="6309360"/>
            <a:ext cx="2151134" cy="457200"/>
          </a:xfr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en-GB"/>
              <a:t>2/1/20XX</a:t>
            </a:r>
            <a:endParaRPr lang="en-GB" dirty="0"/>
          </a:p>
        </p:txBody>
      </p:sp>
      <p:sp>
        <p:nvSpPr>
          <p:cNvPr id="27" name="Slide Number Placeholder 6">
            <a:extLst>
              <a:ext uri="{FF2B5EF4-FFF2-40B4-BE49-F238E27FC236}">
                <a16:creationId xmlns:a16="http://schemas.microsoft.com/office/drawing/2014/main" id="{0F3F4E6D-F4D2-430F-A2C3-3C037D778F4B}"/>
              </a:ext>
            </a:extLst>
          </p:cNvPr>
          <p:cNvSpPr>
            <a:spLocks noGrp="1"/>
          </p:cNvSpPr>
          <p:nvPr>
            <p:ph type="sldNum" sz="quarter" idx="12"/>
          </p:nvPr>
        </p:nvSpPr>
        <p:spPr>
          <a:xfrm>
            <a:off x="10569202" y="6309360"/>
            <a:ext cx="979879" cy="457200"/>
          </a:xfrm>
        </p:spPr>
        <p:txBody>
          <a:bodyPr rtlCol="0"/>
          <a:lstStyle>
            <a:lvl1pPr>
              <a:defRPr>
                <a:solidFill>
                  <a:schemeClr val="bg1"/>
                </a:solidFill>
                <a:effectLst>
                  <a:outerShdw blurRad="38100" dist="38100" dir="2700000" algn="tl">
                    <a:srgbClr val="000000">
                      <a:alpha val="43137"/>
                    </a:srgbClr>
                  </a:outerShdw>
                </a:effectLst>
              </a:defRPr>
            </a:lvl1pPr>
          </a:lstStyle>
          <a:p>
            <a:pPr rtl="0"/>
            <a:fld id="{FAEF9944-A4F6-4C59-AEBD-678D6480B8EA}" type="slidenum">
              <a:rPr lang="en-GB" smtClean="0"/>
              <a:pPr/>
              <a:t>‹#›</a:t>
            </a:fld>
            <a:endParaRPr lang="en-GB" dirty="0"/>
          </a:p>
        </p:txBody>
      </p:sp>
    </p:spTree>
    <p:extLst>
      <p:ext uri="{BB962C8B-B14F-4D97-AF65-F5344CB8AC3E}">
        <p14:creationId xmlns:p14="http://schemas.microsoft.com/office/powerpoint/2010/main" val="1747931588"/>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9F91A3C-7ABB-4E5E-B04F-29DB072AE13C}"/>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7" name="Rectangle 26">
            <a:extLst>
              <a:ext uri="{FF2B5EF4-FFF2-40B4-BE49-F238E27FC236}">
                <a16:creationId xmlns:a16="http://schemas.microsoft.com/office/drawing/2014/main" id="{9EB9AABE-3FBC-4E64-8672-D073D4A3F412}"/>
              </a:ext>
            </a:extLst>
          </p:cNvPr>
          <p:cNvSpPr/>
          <p:nvPr userDrawn="1"/>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8" name="Rectangle 27">
            <a:extLst>
              <a:ext uri="{FF2B5EF4-FFF2-40B4-BE49-F238E27FC236}">
                <a16:creationId xmlns:a16="http://schemas.microsoft.com/office/drawing/2014/main" id="{38FF13AE-FEBF-40A1-A799-6EB275CBBCB5}"/>
              </a:ext>
            </a:extLst>
          </p:cNvPr>
          <p:cNvSpPr/>
          <p:nvPr userDrawn="1"/>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9" name="Title 1">
            <a:extLst>
              <a:ext uri="{FF2B5EF4-FFF2-40B4-BE49-F238E27FC236}">
                <a16:creationId xmlns:a16="http://schemas.microsoft.com/office/drawing/2014/main" id="{EACBDB11-07EC-4982-BBFA-8EECF50C7B93}"/>
              </a:ext>
            </a:extLst>
          </p:cNvPr>
          <p:cNvSpPr>
            <a:spLocks noGrp="1"/>
          </p:cNvSpPr>
          <p:nvPr>
            <p:ph type="title" hasCustomPrompt="1"/>
          </p:nvPr>
        </p:nvSpPr>
        <p:spPr>
          <a:xfrm>
            <a:off x="1535372" y="4872251"/>
            <a:ext cx="10013709" cy="1030360"/>
          </a:xfrm>
        </p:spPr>
        <p:txBody>
          <a:bodyPr rtlCol="0"/>
          <a:lstStyle>
            <a:lvl1pPr>
              <a:defRPr>
                <a:solidFill>
                  <a:schemeClr val="bg1"/>
                </a:solidFill>
              </a:defRPr>
            </a:lvl1pPr>
          </a:lstStyle>
          <a:p>
            <a:pPr rtl="0"/>
            <a:r>
              <a:rPr lang="en-GB">
                <a:solidFill>
                  <a:schemeClr val="bg1"/>
                </a:solidFill>
              </a:rPr>
              <a:t>Click to add title</a:t>
            </a:r>
          </a:p>
        </p:txBody>
      </p:sp>
      <p:sp>
        <p:nvSpPr>
          <p:cNvPr id="30" name="Rectangle 29">
            <a:extLst>
              <a:ext uri="{FF2B5EF4-FFF2-40B4-BE49-F238E27FC236}">
                <a16:creationId xmlns:a16="http://schemas.microsoft.com/office/drawing/2014/main" id="{67B21770-EBB9-4C73-BE13-26901F3CC9FB}"/>
              </a:ext>
            </a:extLst>
          </p:cNvPr>
          <p:cNvSpPr/>
          <p:nvPr userDrawn="1"/>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1" name="Rectangle 30">
            <a:extLst>
              <a:ext uri="{FF2B5EF4-FFF2-40B4-BE49-F238E27FC236}">
                <a16:creationId xmlns:a16="http://schemas.microsoft.com/office/drawing/2014/main" id="{4172AFA4-5141-4F0F-B9F6-0BE3ADBED218}"/>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3" name="Footer Placeholder 4">
            <a:extLst>
              <a:ext uri="{FF2B5EF4-FFF2-40B4-BE49-F238E27FC236}">
                <a16:creationId xmlns:a16="http://schemas.microsoft.com/office/drawing/2014/main" id="{41DE758B-03CF-48F8-BCBE-AD97B70428DF}"/>
              </a:ext>
            </a:extLst>
          </p:cNvPr>
          <p:cNvSpPr>
            <a:spLocks noGrp="1"/>
          </p:cNvSpPr>
          <p:nvPr>
            <p:ph type="ftr" sz="quarter" idx="11"/>
          </p:nvPr>
        </p:nvSpPr>
        <p:spPr>
          <a:xfrm>
            <a:off x="1535372" y="6309360"/>
            <a:ext cx="4946592" cy="457200"/>
          </a:xfrm>
        </p:spPr>
        <p:txBody>
          <a:bodyPr rtlCol="0"/>
          <a:lstStyle/>
          <a:p>
            <a:pPr rtl="0"/>
            <a:r>
              <a:rPr lang="en-GB"/>
              <a:t>Presentation Title</a:t>
            </a:r>
          </a:p>
        </p:txBody>
      </p:sp>
      <p:sp>
        <p:nvSpPr>
          <p:cNvPr id="34" name="Date Placeholder 3">
            <a:extLst>
              <a:ext uri="{FF2B5EF4-FFF2-40B4-BE49-F238E27FC236}">
                <a16:creationId xmlns:a16="http://schemas.microsoft.com/office/drawing/2014/main" id="{1640606E-041A-4385-96D7-3C6E775E3FA4}"/>
              </a:ext>
            </a:extLst>
          </p:cNvPr>
          <p:cNvSpPr>
            <a:spLocks noGrp="1"/>
          </p:cNvSpPr>
          <p:nvPr>
            <p:ph type="dt" sz="half" idx="10"/>
          </p:nvPr>
        </p:nvSpPr>
        <p:spPr>
          <a:xfrm>
            <a:off x="8202168" y="6309360"/>
            <a:ext cx="2148840" cy="457200"/>
          </a:xfrm>
        </p:spPr>
        <p:txBody>
          <a:bodyPr rtlCol="0"/>
          <a:lstStyle/>
          <a:p>
            <a:pPr rtl="0"/>
            <a:r>
              <a:rPr lang="en-GB"/>
              <a:t>2/1/20XX</a:t>
            </a:r>
            <a:endParaRPr lang="en-GB" dirty="0"/>
          </a:p>
        </p:txBody>
      </p:sp>
      <p:sp>
        <p:nvSpPr>
          <p:cNvPr id="35" name="Slide Number Placeholder 5">
            <a:extLst>
              <a:ext uri="{FF2B5EF4-FFF2-40B4-BE49-F238E27FC236}">
                <a16:creationId xmlns:a16="http://schemas.microsoft.com/office/drawing/2014/main" id="{35844B60-1EF6-4A90-9030-B5043BCD058B}"/>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3672599757"/>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0FB3D5A-25E2-453F-A78E-0A20BDCE80A2}"/>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 name="Rectangle 2">
            <a:extLst>
              <a:ext uri="{FF2B5EF4-FFF2-40B4-BE49-F238E27FC236}">
                <a16:creationId xmlns:a16="http://schemas.microsoft.com/office/drawing/2014/main" id="{28796342-0E80-4F8E-9563-9F5EDFC0DDF2}"/>
              </a:ext>
            </a:extLst>
          </p:cNvPr>
          <p:cNvSpPr/>
          <p:nvPr userDrawn="1"/>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4" name="Rectangle 3">
            <a:extLst>
              <a:ext uri="{FF2B5EF4-FFF2-40B4-BE49-F238E27FC236}">
                <a16:creationId xmlns:a16="http://schemas.microsoft.com/office/drawing/2014/main" id="{C39B2F5D-C3BA-453E-8F4D-97074F48C7AE}"/>
              </a:ext>
            </a:extLst>
          </p:cNvPr>
          <p:cNvSpPr/>
          <p:nvPr userDrawn="1"/>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 name="Title 1">
            <a:extLst>
              <a:ext uri="{FF2B5EF4-FFF2-40B4-BE49-F238E27FC236}">
                <a16:creationId xmlns:a16="http://schemas.microsoft.com/office/drawing/2014/main" id="{452D50E3-A27A-4AF6-928B-286E7BDB4BD9}"/>
              </a:ext>
            </a:extLst>
          </p:cNvPr>
          <p:cNvSpPr>
            <a:spLocks noGrp="1"/>
          </p:cNvSpPr>
          <p:nvPr>
            <p:ph type="title" hasCustomPrompt="1"/>
          </p:nvPr>
        </p:nvSpPr>
        <p:spPr>
          <a:xfrm>
            <a:off x="1535372" y="4872251"/>
            <a:ext cx="10013709" cy="1030360"/>
          </a:xfrm>
        </p:spPr>
        <p:txBody>
          <a:bodyPr rtlCol="0"/>
          <a:lstStyle>
            <a:lvl1pPr>
              <a:defRPr>
                <a:solidFill>
                  <a:schemeClr val="bg1"/>
                </a:solidFill>
              </a:defRPr>
            </a:lvl1pPr>
          </a:lstStyle>
          <a:p>
            <a:pPr rtl="0"/>
            <a:r>
              <a:rPr lang="en-GB">
                <a:solidFill>
                  <a:schemeClr val="bg1"/>
                </a:solidFill>
              </a:rPr>
              <a:t>Click to add title</a:t>
            </a:r>
          </a:p>
        </p:txBody>
      </p:sp>
      <p:sp>
        <p:nvSpPr>
          <p:cNvPr id="6" name="Rectangle 5">
            <a:extLst>
              <a:ext uri="{FF2B5EF4-FFF2-40B4-BE49-F238E27FC236}">
                <a16:creationId xmlns:a16="http://schemas.microsoft.com/office/drawing/2014/main" id="{D874FDF0-F4BE-433D-86EE-9E1832D4388B}"/>
              </a:ext>
            </a:extLst>
          </p:cNvPr>
          <p:cNvSpPr/>
          <p:nvPr userDrawn="1"/>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Rectangle 6">
            <a:extLst>
              <a:ext uri="{FF2B5EF4-FFF2-40B4-BE49-F238E27FC236}">
                <a16:creationId xmlns:a16="http://schemas.microsoft.com/office/drawing/2014/main" id="{25DFCD07-1301-45ED-B326-449ECFADE70D}"/>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8" name="Footer Placeholder 4">
            <a:extLst>
              <a:ext uri="{FF2B5EF4-FFF2-40B4-BE49-F238E27FC236}">
                <a16:creationId xmlns:a16="http://schemas.microsoft.com/office/drawing/2014/main" id="{BD5DA270-E83F-4CC8-9DA6-27CA3AEC0745}"/>
              </a:ext>
            </a:extLst>
          </p:cNvPr>
          <p:cNvSpPr>
            <a:spLocks noGrp="1"/>
          </p:cNvSpPr>
          <p:nvPr>
            <p:ph type="ftr" sz="quarter" idx="11"/>
          </p:nvPr>
        </p:nvSpPr>
        <p:spPr>
          <a:xfrm>
            <a:off x="1535372" y="6309360"/>
            <a:ext cx="4946592" cy="457200"/>
          </a:xfrm>
        </p:spPr>
        <p:txBody>
          <a:bodyPr rtlCol="0"/>
          <a:lstStyle/>
          <a:p>
            <a:pPr rtl="0"/>
            <a:r>
              <a:rPr lang="en-GB"/>
              <a:t>Presentation Title</a:t>
            </a:r>
          </a:p>
        </p:txBody>
      </p:sp>
      <p:sp>
        <p:nvSpPr>
          <p:cNvPr id="9" name="Date Placeholder 3">
            <a:extLst>
              <a:ext uri="{FF2B5EF4-FFF2-40B4-BE49-F238E27FC236}">
                <a16:creationId xmlns:a16="http://schemas.microsoft.com/office/drawing/2014/main" id="{57804587-2E59-4D83-B86E-83ADAE4FDC13}"/>
              </a:ext>
            </a:extLst>
          </p:cNvPr>
          <p:cNvSpPr>
            <a:spLocks noGrp="1"/>
          </p:cNvSpPr>
          <p:nvPr>
            <p:ph type="dt" sz="half" idx="10"/>
          </p:nvPr>
        </p:nvSpPr>
        <p:spPr>
          <a:xfrm>
            <a:off x="8202168" y="6309360"/>
            <a:ext cx="2148840" cy="457200"/>
          </a:xfrm>
        </p:spPr>
        <p:txBody>
          <a:bodyPr rtlCol="0"/>
          <a:lstStyle/>
          <a:p>
            <a:pPr rtl="0"/>
            <a:r>
              <a:rPr lang="en-GB"/>
              <a:t>2/1/20XX</a:t>
            </a:r>
            <a:endParaRPr lang="en-GB" dirty="0"/>
          </a:p>
        </p:txBody>
      </p:sp>
      <p:sp>
        <p:nvSpPr>
          <p:cNvPr id="10" name="Slide Number Placeholder 5">
            <a:extLst>
              <a:ext uri="{FF2B5EF4-FFF2-40B4-BE49-F238E27FC236}">
                <a16:creationId xmlns:a16="http://schemas.microsoft.com/office/drawing/2014/main" id="{5339F117-3072-4F0C-8D1D-E5DC918CE4F0}"/>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3066893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A19A957-1FB5-43F8-B325-BBD9FEF23E88}"/>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Rectangle 19">
            <a:extLst>
              <a:ext uri="{FF2B5EF4-FFF2-40B4-BE49-F238E27FC236}">
                <a16:creationId xmlns:a16="http://schemas.microsoft.com/office/drawing/2014/main" id="{3FA5410A-92A6-4C0B-9D89-186B7DDB20BD}"/>
              </a:ext>
              <a:ext uri="{C183D7F6-B498-43B3-948B-1728B52AA6E4}">
                <adec:decorative xmlns:adec="http://schemas.microsoft.com/office/drawing/2017/decorative" val="1"/>
              </a:ext>
            </a:extLst>
          </p:cNvPr>
          <p:cNvSpPr/>
          <p:nvPr userDrawn="1"/>
        </p:nvSpPr>
        <p:spPr>
          <a:xfrm>
            <a:off x="0" y="3903"/>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4" name="Title 1">
            <a:extLst>
              <a:ext uri="{FF2B5EF4-FFF2-40B4-BE49-F238E27FC236}">
                <a16:creationId xmlns:a16="http://schemas.microsoft.com/office/drawing/2014/main" id="{CD8F3F22-19C9-4C61-8202-3220217D2938}"/>
              </a:ext>
            </a:extLst>
          </p:cNvPr>
          <p:cNvSpPr>
            <a:spLocks noGrp="1"/>
          </p:cNvSpPr>
          <p:nvPr>
            <p:ph type="title" hasCustomPrompt="1"/>
          </p:nvPr>
        </p:nvSpPr>
        <p:spPr>
          <a:xfrm>
            <a:off x="648935" y="180644"/>
            <a:ext cx="10900146" cy="935776"/>
          </a:xfrm>
        </p:spPr>
        <p:txBody>
          <a:bodyPr rtlCol="0">
            <a:noAutofit/>
          </a:bodyPr>
          <a:lstStyle>
            <a:lvl1pPr>
              <a:defRPr sz="3600">
                <a:solidFill>
                  <a:schemeClr val="bg1"/>
                </a:solidFill>
              </a:defRPr>
            </a:lvl1pPr>
          </a:lstStyle>
          <a:p>
            <a:pPr rtl="0"/>
            <a:r>
              <a:rPr lang="en-GB">
                <a:solidFill>
                  <a:schemeClr val="bg1"/>
                </a:solidFill>
              </a:rPr>
              <a:t>Click to add title</a:t>
            </a:r>
          </a:p>
        </p:txBody>
      </p:sp>
      <p:sp>
        <p:nvSpPr>
          <p:cNvPr id="5" name="Rectangle 4">
            <a:extLst>
              <a:ext uri="{FF2B5EF4-FFF2-40B4-BE49-F238E27FC236}">
                <a16:creationId xmlns:a16="http://schemas.microsoft.com/office/drawing/2014/main" id="{21A26073-23A2-4B91-A128-79AA1BE93523}"/>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 name="Rectangle 5">
            <a:extLst>
              <a:ext uri="{FF2B5EF4-FFF2-40B4-BE49-F238E27FC236}">
                <a16:creationId xmlns:a16="http://schemas.microsoft.com/office/drawing/2014/main" id="{C14D5DFA-0CEA-43F0-98EE-6C9F741F7C96}"/>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5" name="Content Placeholder 2">
            <a:extLst>
              <a:ext uri="{FF2B5EF4-FFF2-40B4-BE49-F238E27FC236}">
                <a16:creationId xmlns:a16="http://schemas.microsoft.com/office/drawing/2014/main" id="{0F94B471-6707-4251-8230-A51AED0767C9}"/>
              </a:ext>
            </a:extLst>
          </p:cNvPr>
          <p:cNvSpPr>
            <a:spLocks noGrp="1"/>
          </p:cNvSpPr>
          <p:nvPr>
            <p:ph idx="14" hasCustomPrompt="1"/>
          </p:nvPr>
        </p:nvSpPr>
        <p:spPr>
          <a:xfrm>
            <a:off x="648934" y="1834005"/>
            <a:ext cx="4727735" cy="465155"/>
          </a:xfrm>
        </p:spPr>
        <p:txBody>
          <a:bodyPr rtlCol="0" anchor="t">
            <a:noAutofit/>
          </a:bodyPr>
          <a:lstStyle>
            <a:lvl1pPr>
              <a:buFont typeface="Arial" panose="020B0604020202020204" pitchFamily="34" charset="0"/>
              <a:buNone/>
              <a:defRPr sz="2000" b="1"/>
            </a:lvl1pPr>
          </a:lstStyle>
          <a:p>
            <a:pPr rtl="0"/>
            <a:r>
              <a:rPr lang="en-GB"/>
              <a:t>Click to add subtitle</a:t>
            </a:r>
          </a:p>
        </p:txBody>
      </p:sp>
      <p:sp>
        <p:nvSpPr>
          <p:cNvPr id="8" name="Content Placeholder 2">
            <a:extLst>
              <a:ext uri="{FF2B5EF4-FFF2-40B4-BE49-F238E27FC236}">
                <a16:creationId xmlns:a16="http://schemas.microsoft.com/office/drawing/2014/main" id="{ED986D97-E6F1-49E8-977A-C802B4E41B73}"/>
              </a:ext>
            </a:extLst>
          </p:cNvPr>
          <p:cNvSpPr>
            <a:spLocks noGrp="1"/>
          </p:cNvSpPr>
          <p:nvPr>
            <p:ph idx="1" hasCustomPrompt="1"/>
          </p:nvPr>
        </p:nvSpPr>
        <p:spPr>
          <a:xfrm>
            <a:off x="648934" y="2422380"/>
            <a:ext cx="4727735" cy="3029446"/>
          </a:xfrm>
        </p:spPr>
        <p:txBody>
          <a:bodyPr rtlCol="0" anchor="t">
            <a:noAutofit/>
          </a:bodyPr>
          <a:lstStyle>
            <a:lvl1pPr marL="283464" indent="-283464">
              <a:buFont typeface="Arial" panose="020B0604020202020204" pitchFamily="34" charset="0"/>
              <a:buChar char="•"/>
              <a:defRPr sz="1600" b="0" baseline="0"/>
            </a:lvl1pPr>
          </a:lstStyle>
          <a:p>
            <a:pPr rtl="0"/>
            <a:r>
              <a:rPr lang="en-GB"/>
              <a:t> Click to add text</a:t>
            </a:r>
          </a:p>
        </p:txBody>
      </p:sp>
      <p:sp>
        <p:nvSpPr>
          <p:cNvPr id="16" name="Content Placeholder 2">
            <a:extLst>
              <a:ext uri="{FF2B5EF4-FFF2-40B4-BE49-F238E27FC236}">
                <a16:creationId xmlns:a16="http://schemas.microsoft.com/office/drawing/2014/main" id="{762163C0-B07F-43E4-B17C-2E6A96553B98}"/>
              </a:ext>
            </a:extLst>
          </p:cNvPr>
          <p:cNvSpPr>
            <a:spLocks noGrp="1"/>
          </p:cNvSpPr>
          <p:nvPr>
            <p:ph idx="15" hasCustomPrompt="1"/>
          </p:nvPr>
        </p:nvSpPr>
        <p:spPr>
          <a:xfrm>
            <a:off x="6095999" y="1834004"/>
            <a:ext cx="4727735" cy="465155"/>
          </a:xfrm>
        </p:spPr>
        <p:txBody>
          <a:bodyPr rtlCol="0" anchor="t">
            <a:noAutofit/>
          </a:bodyPr>
          <a:lstStyle>
            <a:lvl1pPr>
              <a:buFont typeface="Arial" panose="020B0604020202020204" pitchFamily="34" charset="0"/>
              <a:buNone/>
              <a:defRPr sz="2000" b="1"/>
            </a:lvl1pPr>
          </a:lstStyle>
          <a:p>
            <a:pPr rtl="0"/>
            <a:r>
              <a:rPr lang="en-GB"/>
              <a:t>Click to add subtitle</a:t>
            </a:r>
          </a:p>
        </p:txBody>
      </p:sp>
      <p:sp>
        <p:nvSpPr>
          <p:cNvPr id="14" name="Content Placeholder 2">
            <a:extLst>
              <a:ext uri="{FF2B5EF4-FFF2-40B4-BE49-F238E27FC236}">
                <a16:creationId xmlns:a16="http://schemas.microsoft.com/office/drawing/2014/main" id="{9098FA6D-3C80-4FE1-B248-1CA2B6862F6D}"/>
              </a:ext>
            </a:extLst>
          </p:cNvPr>
          <p:cNvSpPr>
            <a:spLocks noGrp="1"/>
          </p:cNvSpPr>
          <p:nvPr>
            <p:ph idx="13" hasCustomPrompt="1"/>
          </p:nvPr>
        </p:nvSpPr>
        <p:spPr>
          <a:xfrm>
            <a:off x="6095999" y="2422380"/>
            <a:ext cx="4727735" cy="3029446"/>
          </a:xfrm>
        </p:spPr>
        <p:txBody>
          <a:bodyPr rtlCol="0" anchor="t">
            <a:noAutofit/>
          </a:bodyPr>
          <a:lstStyle>
            <a:lvl1pPr marL="283464" indent="-283464">
              <a:buFont typeface="Arial" panose="020B0604020202020204" pitchFamily="34" charset="0"/>
              <a:buChar char="•"/>
              <a:defRPr sz="1600" b="0" baseline="0"/>
            </a:lvl1pPr>
          </a:lstStyle>
          <a:p>
            <a:pPr rtl="0"/>
            <a:r>
              <a:rPr lang="en-GB"/>
              <a:t> Click to add text</a:t>
            </a:r>
          </a:p>
        </p:txBody>
      </p:sp>
      <p:sp>
        <p:nvSpPr>
          <p:cNvPr id="9" name="Rectangle 8">
            <a:extLst>
              <a:ext uri="{FF2B5EF4-FFF2-40B4-BE49-F238E27FC236}">
                <a16:creationId xmlns:a16="http://schemas.microsoft.com/office/drawing/2014/main" id="{8352712D-F957-4B22-8B50-BE10410FF895}"/>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1" name="Footer Placeholder 29">
            <a:extLst>
              <a:ext uri="{FF2B5EF4-FFF2-40B4-BE49-F238E27FC236}">
                <a16:creationId xmlns:a16="http://schemas.microsoft.com/office/drawing/2014/main" id="{26FD74F8-42BB-4CB4-ABF1-5F149743B464}"/>
              </a:ext>
            </a:extLst>
          </p:cNvPr>
          <p:cNvSpPr>
            <a:spLocks noGrp="1"/>
          </p:cNvSpPr>
          <p:nvPr>
            <p:ph type="ftr" sz="quarter" idx="11"/>
          </p:nvPr>
        </p:nvSpPr>
        <p:spPr>
          <a:xfrm>
            <a:off x="642917" y="6309360"/>
            <a:ext cx="3423986" cy="457200"/>
          </a:xfrm>
        </p:spPr>
        <p:txBody>
          <a:bodyPr rtlCol="0"/>
          <a:lstStyle>
            <a:lvl1pPr>
              <a:defRPr>
                <a:solidFill>
                  <a:schemeClr val="bg1"/>
                </a:solidFill>
              </a:defRPr>
            </a:lvl1pPr>
          </a:lstStyle>
          <a:p>
            <a:pPr rtl="0"/>
            <a:r>
              <a:rPr lang="en-GB"/>
              <a:t>Presentation Title</a:t>
            </a:r>
            <a:endParaRPr lang="en-GB" dirty="0">
              <a:solidFill>
                <a:schemeClr val="bg1"/>
              </a:solidFill>
            </a:endParaRPr>
          </a:p>
        </p:txBody>
      </p:sp>
      <p:sp>
        <p:nvSpPr>
          <p:cNvPr id="10" name="Date Placeholder 28">
            <a:extLst>
              <a:ext uri="{FF2B5EF4-FFF2-40B4-BE49-F238E27FC236}">
                <a16:creationId xmlns:a16="http://schemas.microsoft.com/office/drawing/2014/main" id="{5B031752-6400-4BFB-979F-E2EE795E4B90}"/>
              </a:ext>
            </a:extLst>
          </p:cNvPr>
          <p:cNvSpPr>
            <a:spLocks noGrp="1"/>
          </p:cNvSpPr>
          <p:nvPr>
            <p:ph type="dt" sz="half" idx="10"/>
          </p:nvPr>
        </p:nvSpPr>
        <p:spPr>
          <a:xfrm>
            <a:off x="5373620" y="6309360"/>
            <a:ext cx="3411973" cy="457200"/>
          </a:xfrm>
        </p:spPr>
        <p:txBody>
          <a:bodyPr rtlCol="0"/>
          <a:lstStyle>
            <a:lvl1pPr>
              <a:defRPr>
                <a:solidFill>
                  <a:schemeClr val="tx2"/>
                </a:solidFill>
              </a:defRPr>
            </a:lvl1pPr>
          </a:lstStyle>
          <a:p>
            <a:pPr rtl="0"/>
            <a:r>
              <a:rPr lang="en-GB"/>
              <a:t>2/1/20XX</a:t>
            </a:r>
            <a:endParaRPr lang="en-GB" dirty="0"/>
          </a:p>
        </p:txBody>
      </p:sp>
      <p:sp>
        <p:nvSpPr>
          <p:cNvPr id="12" name="Slide Number Placeholder 30">
            <a:extLst>
              <a:ext uri="{FF2B5EF4-FFF2-40B4-BE49-F238E27FC236}">
                <a16:creationId xmlns:a16="http://schemas.microsoft.com/office/drawing/2014/main" id="{6A5CAEAF-7DEC-4B20-8B1E-301A9D0E684A}"/>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
        <p:nvSpPr>
          <p:cNvPr id="13" name="Rectangle 12">
            <a:extLst>
              <a:ext uri="{FF2B5EF4-FFF2-40B4-BE49-F238E27FC236}">
                <a16:creationId xmlns:a16="http://schemas.microsoft.com/office/drawing/2014/main" id="{70B696A3-EA34-4924-9037-E330B1CB890E}"/>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3629103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3 Colum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725A2F16-8CE0-4F2E-933C-EFDFB1E196A3}"/>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 name="Rectangle 2">
            <a:extLst>
              <a:ext uri="{FF2B5EF4-FFF2-40B4-BE49-F238E27FC236}">
                <a16:creationId xmlns:a16="http://schemas.microsoft.com/office/drawing/2014/main" id="{18C70705-E2EE-4992-AE78-FDBE1285C809}"/>
              </a:ext>
              <a:ext uri="{C183D7F6-B498-43B3-948B-1728B52AA6E4}">
                <adec:decorative xmlns:adec="http://schemas.microsoft.com/office/drawing/2017/decorative" val="1"/>
              </a:ext>
            </a:extLst>
          </p:cNvPr>
          <p:cNvSpPr/>
          <p:nvPr userDrawn="1"/>
        </p:nvSpPr>
        <p:spPr>
          <a:xfrm>
            <a:off x="0" y="3903"/>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4" name="Title 1">
            <a:extLst>
              <a:ext uri="{FF2B5EF4-FFF2-40B4-BE49-F238E27FC236}">
                <a16:creationId xmlns:a16="http://schemas.microsoft.com/office/drawing/2014/main" id="{21C428A7-7771-4474-8BB4-8A6F0FEF8766}"/>
              </a:ext>
            </a:extLst>
          </p:cNvPr>
          <p:cNvSpPr>
            <a:spLocks noGrp="1"/>
          </p:cNvSpPr>
          <p:nvPr>
            <p:ph type="title" hasCustomPrompt="1"/>
          </p:nvPr>
        </p:nvSpPr>
        <p:spPr>
          <a:xfrm>
            <a:off x="648935" y="180644"/>
            <a:ext cx="10900146" cy="935776"/>
          </a:xfrm>
        </p:spPr>
        <p:txBody>
          <a:bodyPr rtlCol="0">
            <a:noAutofit/>
          </a:bodyPr>
          <a:lstStyle>
            <a:lvl1pPr>
              <a:defRPr sz="3600">
                <a:solidFill>
                  <a:schemeClr val="bg1"/>
                </a:solidFill>
              </a:defRPr>
            </a:lvl1pPr>
          </a:lstStyle>
          <a:p>
            <a:pPr rtl="0"/>
            <a:r>
              <a:rPr lang="en-GB">
                <a:solidFill>
                  <a:schemeClr val="bg1"/>
                </a:solidFill>
              </a:rPr>
              <a:t>Click to add title</a:t>
            </a:r>
          </a:p>
        </p:txBody>
      </p:sp>
      <p:sp>
        <p:nvSpPr>
          <p:cNvPr id="5" name="Rectangle 4">
            <a:extLst>
              <a:ext uri="{FF2B5EF4-FFF2-40B4-BE49-F238E27FC236}">
                <a16:creationId xmlns:a16="http://schemas.microsoft.com/office/drawing/2014/main" id="{B98730F6-0DF6-48BC-86CC-00BE18350199}"/>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 name="Rectangle 5">
            <a:extLst>
              <a:ext uri="{FF2B5EF4-FFF2-40B4-BE49-F238E27FC236}">
                <a16:creationId xmlns:a16="http://schemas.microsoft.com/office/drawing/2014/main" id="{12D31104-1E19-4E17-A3FE-2B2C551344DF}"/>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4" name="Content Placeholder 2">
            <a:extLst>
              <a:ext uri="{FF2B5EF4-FFF2-40B4-BE49-F238E27FC236}">
                <a16:creationId xmlns:a16="http://schemas.microsoft.com/office/drawing/2014/main" id="{02CEB59E-1776-4FF1-BF4D-A33B618FD59F}"/>
              </a:ext>
            </a:extLst>
          </p:cNvPr>
          <p:cNvSpPr>
            <a:spLocks noGrp="1"/>
          </p:cNvSpPr>
          <p:nvPr>
            <p:ph idx="14" hasCustomPrompt="1"/>
          </p:nvPr>
        </p:nvSpPr>
        <p:spPr>
          <a:xfrm>
            <a:off x="648935" y="1834005"/>
            <a:ext cx="3519028" cy="465155"/>
          </a:xfrm>
        </p:spPr>
        <p:txBody>
          <a:bodyPr rtlCol="0" anchor="t">
            <a:noAutofit/>
          </a:bodyPr>
          <a:lstStyle>
            <a:lvl1pPr>
              <a:buFont typeface="Arial" panose="020B0604020202020204" pitchFamily="34" charset="0"/>
              <a:buNone/>
              <a:defRPr sz="2000" b="1"/>
            </a:lvl1pPr>
          </a:lstStyle>
          <a:p>
            <a:pPr rtl="0"/>
            <a:r>
              <a:rPr lang="en-GB"/>
              <a:t>Click to add subtitle</a:t>
            </a:r>
          </a:p>
        </p:txBody>
      </p:sp>
      <p:sp>
        <p:nvSpPr>
          <p:cNvPr id="7" name="Content Placeholder 2">
            <a:extLst>
              <a:ext uri="{FF2B5EF4-FFF2-40B4-BE49-F238E27FC236}">
                <a16:creationId xmlns:a16="http://schemas.microsoft.com/office/drawing/2014/main" id="{26B55E76-BA79-44AC-B206-DA13D60FDA2E}"/>
              </a:ext>
            </a:extLst>
          </p:cNvPr>
          <p:cNvSpPr>
            <a:spLocks noGrp="1"/>
          </p:cNvSpPr>
          <p:nvPr>
            <p:ph idx="1" hasCustomPrompt="1"/>
          </p:nvPr>
        </p:nvSpPr>
        <p:spPr>
          <a:xfrm>
            <a:off x="648935" y="2419555"/>
            <a:ext cx="3519028" cy="3197260"/>
          </a:xfrm>
        </p:spPr>
        <p:txBody>
          <a:bodyPr rtlCol="0" anchor="t">
            <a:normAutofit/>
          </a:bodyPr>
          <a:lstStyle>
            <a:lvl1pPr marL="283464" indent="-283464">
              <a:buFont typeface="Arial" panose="020B0604020202020204" pitchFamily="34" charset="0"/>
              <a:buChar char="•"/>
              <a:defRPr sz="1600" b="0" baseline="0"/>
            </a:lvl1pPr>
          </a:lstStyle>
          <a:p>
            <a:pPr rtl="0"/>
            <a:r>
              <a:rPr lang="en-GB"/>
              <a:t> Click to add text</a:t>
            </a:r>
          </a:p>
        </p:txBody>
      </p:sp>
      <p:sp>
        <p:nvSpPr>
          <p:cNvPr id="21" name="Content Placeholder 2">
            <a:extLst>
              <a:ext uri="{FF2B5EF4-FFF2-40B4-BE49-F238E27FC236}">
                <a16:creationId xmlns:a16="http://schemas.microsoft.com/office/drawing/2014/main" id="{60518C4D-71E5-4211-A191-A8ED7185DED2}"/>
              </a:ext>
            </a:extLst>
          </p:cNvPr>
          <p:cNvSpPr>
            <a:spLocks noGrp="1"/>
          </p:cNvSpPr>
          <p:nvPr>
            <p:ph idx="18" hasCustomPrompt="1"/>
          </p:nvPr>
        </p:nvSpPr>
        <p:spPr>
          <a:xfrm>
            <a:off x="4336486" y="1828356"/>
            <a:ext cx="3519028" cy="465155"/>
          </a:xfrm>
        </p:spPr>
        <p:txBody>
          <a:bodyPr rtlCol="0" anchor="t">
            <a:noAutofit/>
          </a:bodyPr>
          <a:lstStyle>
            <a:lvl1pPr>
              <a:buFont typeface="Arial" panose="020B0604020202020204" pitchFamily="34" charset="0"/>
              <a:buNone/>
              <a:defRPr sz="2000" b="1"/>
            </a:lvl1pPr>
          </a:lstStyle>
          <a:p>
            <a:pPr rtl="0"/>
            <a:r>
              <a:rPr lang="en-GB"/>
              <a:t>Click to add subtitle</a:t>
            </a:r>
          </a:p>
        </p:txBody>
      </p:sp>
      <p:sp>
        <p:nvSpPr>
          <p:cNvPr id="20" name="Content Placeholder 2">
            <a:extLst>
              <a:ext uri="{FF2B5EF4-FFF2-40B4-BE49-F238E27FC236}">
                <a16:creationId xmlns:a16="http://schemas.microsoft.com/office/drawing/2014/main" id="{D7EF9B63-4443-4EE5-A88B-2F1FA4CC4043}"/>
              </a:ext>
            </a:extLst>
          </p:cNvPr>
          <p:cNvSpPr>
            <a:spLocks noGrp="1"/>
          </p:cNvSpPr>
          <p:nvPr>
            <p:ph idx="17" hasCustomPrompt="1"/>
          </p:nvPr>
        </p:nvSpPr>
        <p:spPr>
          <a:xfrm>
            <a:off x="4336486" y="2419555"/>
            <a:ext cx="3519028" cy="3197260"/>
          </a:xfrm>
        </p:spPr>
        <p:txBody>
          <a:bodyPr rtlCol="0" anchor="t">
            <a:normAutofit/>
          </a:bodyPr>
          <a:lstStyle>
            <a:lvl1pPr marL="283464" indent="-283464">
              <a:buFont typeface="Arial" panose="020B0604020202020204" pitchFamily="34" charset="0"/>
              <a:buChar char="•"/>
              <a:defRPr sz="1600" b="0" baseline="0"/>
            </a:lvl1pPr>
          </a:lstStyle>
          <a:p>
            <a:pPr rtl="0"/>
            <a:r>
              <a:rPr lang="en-GB"/>
              <a:t> Click to add text</a:t>
            </a:r>
          </a:p>
        </p:txBody>
      </p:sp>
      <p:sp>
        <p:nvSpPr>
          <p:cNvPr id="19" name="Content Placeholder 2">
            <a:extLst>
              <a:ext uri="{FF2B5EF4-FFF2-40B4-BE49-F238E27FC236}">
                <a16:creationId xmlns:a16="http://schemas.microsoft.com/office/drawing/2014/main" id="{E54FF8D9-50D3-4515-B896-B127F664C1E1}"/>
              </a:ext>
            </a:extLst>
          </p:cNvPr>
          <p:cNvSpPr>
            <a:spLocks noGrp="1"/>
          </p:cNvSpPr>
          <p:nvPr>
            <p:ph idx="16" hasCustomPrompt="1"/>
          </p:nvPr>
        </p:nvSpPr>
        <p:spPr>
          <a:xfrm>
            <a:off x="8024037" y="1834005"/>
            <a:ext cx="3519028" cy="465155"/>
          </a:xfrm>
        </p:spPr>
        <p:txBody>
          <a:bodyPr rtlCol="0" anchor="t">
            <a:noAutofit/>
          </a:bodyPr>
          <a:lstStyle>
            <a:lvl1pPr>
              <a:buFont typeface="Arial" panose="020B0604020202020204" pitchFamily="34" charset="0"/>
              <a:buNone/>
              <a:defRPr sz="2000" b="1"/>
            </a:lvl1pPr>
          </a:lstStyle>
          <a:p>
            <a:pPr rtl="0"/>
            <a:r>
              <a:rPr lang="en-GB"/>
              <a:t>Click to add subtitle</a:t>
            </a:r>
          </a:p>
        </p:txBody>
      </p:sp>
      <p:sp>
        <p:nvSpPr>
          <p:cNvPr id="18" name="Content Placeholder 2">
            <a:extLst>
              <a:ext uri="{FF2B5EF4-FFF2-40B4-BE49-F238E27FC236}">
                <a16:creationId xmlns:a16="http://schemas.microsoft.com/office/drawing/2014/main" id="{E95B62E8-2D9A-443A-8560-D347C4703894}"/>
              </a:ext>
            </a:extLst>
          </p:cNvPr>
          <p:cNvSpPr>
            <a:spLocks noGrp="1"/>
          </p:cNvSpPr>
          <p:nvPr>
            <p:ph idx="15" hasCustomPrompt="1"/>
          </p:nvPr>
        </p:nvSpPr>
        <p:spPr>
          <a:xfrm>
            <a:off x="8024037" y="2419555"/>
            <a:ext cx="3519028" cy="3197260"/>
          </a:xfrm>
        </p:spPr>
        <p:txBody>
          <a:bodyPr rtlCol="0" anchor="t">
            <a:normAutofit/>
          </a:bodyPr>
          <a:lstStyle>
            <a:lvl1pPr marL="283464" indent="-283464">
              <a:buFont typeface="Arial" panose="020B0604020202020204" pitchFamily="34" charset="0"/>
              <a:buChar char="•"/>
              <a:defRPr sz="1600" b="0" baseline="0"/>
            </a:lvl1pPr>
          </a:lstStyle>
          <a:p>
            <a:pPr rtl="0"/>
            <a:r>
              <a:rPr lang="en-GB"/>
              <a:t> Click to add text</a:t>
            </a:r>
          </a:p>
        </p:txBody>
      </p:sp>
      <p:sp>
        <p:nvSpPr>
          <p:cNvPr id="8" name="Rectangle 7">
            <a:extLst>
              <a:ext uri="{FF2B5EF4-FFF2-40B4-BE49-F238E27FC236}">
                <a16:creationId xmlns:a16="http://schemas.microsoft.com/office/drawing/2014/main" id="{2DA7A17E-1562-4B10-9BC8-AB6B45E6BD6C}"/>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2" name="Rectangle 11">
            <a:extLst>
              <a:ext uri="{FF2B5EF4-FFF2-40B4-BE49-F238E27FC236}">
                <a16:creationId xmlns:a16="http://schemas.microsoft.com/office/drawing/2014/main" id="{CD37258C-9B58-4DC0-BC98-826A38D4B6B1}"/>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3" name="Footer Placeholder 29">
            <a:extLst>
              <a:ext uri="{FF2B5EF4-FFF2-40B4-BE49-F238E27FC236}">
                <a16:creationId xmlns:a16="http://schemas.microsoft.com/office/drawing/2014/main" id="{2F8E2987-7F65-44D5-B3AD-776ECF8D85CC}"/>
              </a:ext>
            </a:extLst>
          </p:cNvPr>
          <p:cNvSpPr>
            <a:spLocks noGrp="1"/>
          </p:cNvSpPr>
          <p:nvPr>
            <p:ph type="ftr" sz="quarter" idx="11"/>
          </p:nvPr>
        </p:nvSpPr>
        <p:spPr>
          <a:xfrm>
            <a:off x="642917" y="6309360"/>
            <a:ext cx="3423986" cy="457200"/>
          </a:xfrm>
        </p:spPr>
        <p:txBody>
          <a:bodyPr rtlCol="0"/>
          <a:lstStyle>
            <a:lvl1pPr>
              <a:defRPr>
                <a:solidFill>
                  <a:schemeClr val="bg1"/>
                </a:solidFill>
              </a:defRPr>
            </a:lvl1pPr>
          </a:lstStyle>
          <a:p>
            <a:pPr rtl="0"/>
            <a:r>
              <a:rPr lang="en-GB"/>
              <a:t>Presentation Title</a:t>
            </a:r>
            <a:endParaRPr lang="en-GB" dirty="0">
              <a:solidFill>
                <a:schemeClr val="bg1"/>
              </a:solidFill>
            </a:endParaRPr>
          </a:p>
        </p:txBody>
      </p:sp>
      <p:sp>
        <p:nvSpPr>
          <p:cNvPr id="22" name="Date Placeholder 28">
            <a:extLst>
              <a:ext uri="{FF2B5EF4-FFF2-40B4-BE49-F238E27FC236}">
                <a16:creationId xmlns:a16="http://schemas.microsoft.com/office/drawing/2014/main" id="{08BD4E48-A35B-4475-BC85-E58DA2920FE4}"/>
              </a:ext>
            </a:extLst>
          </p:cNvPr>
          <p:cNvSpPr>
            <a:spLocks noGrp="1"/>
          </p:cNvSpPr>
          <p:nvPr>
            <p:ph type="dt" sz="half" idx="10"/>
          </p:nvPr>
        </p:nvSpPr>
        <p:spPr>
          <a:xfrm>
            <a:off x="5373620" y="6309360"/>
            <a:ext cx="3411973" cy="457200"/>
          </a:xfrm>
        </p:spPr>
        <p:txBody>
          <a:bodyPr rtlCol="0"/>
          <a:lstStyle>
            <a:lvl1pPr>
              <a:defRPr>
                <a:solidFill>
                  <a:schemeClr val="tx2"/>
                </a:solidFill>
              </a:defRPr>
            </a:lvl1pPr>
          </a:lstStyle>
          <a:p>
            <a:pPr rtl="0"/>
            <a:r>
              <a:rPr lang="en-GB"/>
              <a:t>2/1/20XX</a:t>
            </a:r>
            <a:endParaRPr lang="en-GB" dirty="0"/>
          </a:p>
        </p:txBody>
      </p:sp>
      <p:sp>
        <p:nvSpPr>
          <p:cNvPr id="11" name="Slide Number Placeholder 30">
            <a:extLst>
              <a:ext uri="{FF2B5EF4-FFF2-40B4-BE49-F238E27FC236}">
                <a16:creationId xmlns:a16="http://schemas.microsoft.com/office/drawing/2014/main" id="{FBDAEBAB-F3AA-4DB3-96B7-6387085C1E0E}"/>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1563755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3C66564-535A-4715-9B27-B8AB14F77E42}"/>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1" name="Rectangle 10">
            <a:extLst>
              <a:ext uri="{FF2B5EF4-FFF2-40B4-BE49-F238E27FC236}">
                <a16:creationId xmlns:a16="http://schemas.microsoft.com/office/drawing/2014/main" id="{E3821E99-F411-4BAB-8211-C344272A2A1A}"/>
              </a:ext>
              <a:ext uri="{C183D7F6-B498-43B3-948B-1728B52AA6E4}">
                <adec:decorative xmlns:adec="http://schemas.microsoft.com/office/drawing/2017/decorative" val="1"/>
              </a:ext>
            </a:extLst>
          </p:cNvPr>
          <p:cNvSpPr/>
          <p:nvPr userDrawn="1"/>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2" name="Title 1">
            <a:extLst>
              <a:ext uri="{FF2B5EF4-FFF2-40B4-BE49-F238E27FC236}">
                <a16:creationId xmlns:a16="http://schemas.microsoft.com/office/drawing/2014/main" id="{029B7F2A-CF10-474B-91F1-7C50A7DAF83C}"/>
              </a:ext>
            </a:extLst>
          </p:cNvPr>
          <p:cNvSpPr>
            <a:spLocks noGrp="1"/>
          </p:cNvSpPr>
          <p:nvPr>
            <p:ph type="title" hasCustomPrompt="1"/>
          </p:nvPr>
        </p:nvSpPr>
        <p:spPr>
          <a:xfrm>
            <a:off x="5376668" y="537381"/>
            <a:ext cx="6172412" cy="1031927"/>
          </a:xfrm>
        </p:spPr>
        <p:txBody>
          <a:bodyPr rtlCol="0"/>
          <a:lstStyle>
            <a:lvl1pPr>
              <a:defRPr/>
            </a:lvl1pPr>
          </a:lstStyle>
          <a:p>
            <a:pPr rtl="0"/>
            <a:r>
              <a:rPr lang="en-GB"/>
              <a:t>Click to add title</a:t>
            </a:r>
          </a:p>
        </p:txBody>
      </p:sp>
      <p:sp>
        <p:nvSpPr>
          <p:cNvPr id="10" name="Rectangle 9">
            <a:extLst>
              <a:ext uri="{FF2B5EF4-FFF2-40B4-BE49-F238E27FC236}">
                <a16:creationId xmlns:a16="http://schemas.microsoft.com/office/drawing/2014/main" id="{58F0D6D9-A64A-415F-BA44-494062CA6983}"/>
              </a:ext>
              <a:ext uri="{C183D7F6-B498-43B3-948B-1728B52AA6E4}">
                <adec:decorative xmlns:adec="http://schemas.microsoft.com/office/drawing/2017/decorative" val="1"/>
              </a:ext>
            </a:extLst>
          </p:cNvPr>
          <p:cNvSpPr/>
          <p:nvPr userDrawn="1"/>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3" name="Rectangle 12">
            <a:extLst>
              <a:ext uri="{FF2B5EF4-FFF2-40B4-BE49-F238E27FC236}">
                <a16:creationId xmlns:a16="http://schemas.microsoft.com/office/drawing/2014/main" id="{3777B49C-9749-4042-A729-C27F583654CC}"/>
              </a:ext>
              <a:ext uri="{C183D7F6-B498-43B3-948B-1728B52AA6E4}">
                <adec:decorative xmlns:adec="http://schemas.microsoft.com/office/drawing/2017/decorative" val="1"/>
              </a:ext>
            </a:extLst>
          </p:cNvPr>
          <p:cNvSpPr/>
          <p:nvPr userDrawn="1"/>
        </p:nvSpPr>
        <p:spPr>
          <a:xfrm>
            <a:off x="0" y="2249324"/>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4" name="Rectangle 13">
            <a:extLst>
              <a:ext uri="{FF2B5EF4-FFF2-40B4-BE49-F238E27FC236}">
                <a16:creationId xmlns:a16="http://schemas.microsoft.com/office/drawing/2014/main" id="{11B79F49-5021-4A8F-A90A-5E08F7FB5196}"/>
              </a:ext>
              <a:ext uri="{C183D7F6-B498-43B3-948B-1728B52AA6E4}">
                <adec:decorative xmlns:adec="http://schemas.microsoft.com/office/drawing/2017/decorative" val="1"/>
              </a:ext>
            </a:extLst>
          </p:cNvPr>
          <p:cNvSpPr/>
          <p:nvPr userDrawn="1"/>
        </p:nvSpPr>
        <p:spPr>
          <a:xfrm>
            <a:off x="0" y="4546655"/>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3" name="Picture Placeholder 19">
            <a:extLst>
              <a:ext uri="{FF2B5EF4-FFF2-40B4-BE49-F238E27FC236}">
                <a16:creationId xmlns:a16="http://schemas.microsoft.com/office/drawing/2014/main" id="{B6E270BA-010E-406C-8FBF-0ED0DA28D071}"/>
              </a:ext>
            </a:extLst>
          </p:cNvPr>
          <p:cNvSpPr>
            <a:spLocks noGrp="1"/>
          </p:cNvSpPr>
          <p:nvPr>
            <p:ph type="pic" sz="quarter" idx="13" hasCustomPrompt="1"/>
          </p:nvPr>
        </p:nvSpPr>
        <p:spPr>
          <a:xfrm>
            <a:off x="-1" y="-3"/>
            <a:ext cx="4613544" cy="2249321"/>
          </a:xfrm>
        </p:spPr>
        <p:txBody>
          <a:bodyPr rtlCol="0" anchor="t"/>
          <a:lstStyle>
            <a:lvl1pPr algn="ctr">
              <a:defRPr/>
            </a:lvl1pPr>
          </a:lstStyle>
          <a:p>
            <a:pPr rtl="0"/>
            <a:r>
              <a:rPr lang="en-GB"/>
              <a:t>Click to add picture</a:t>
            </a:r>
          </a:p>
        </p:txBody>
      </p:sp>
      <p:sp>
        <p:nvSpPr>
          <p:cNvPr id="24" name="Picture Placeholder 19">
            <a:extLst>
              <a:ext uri="{FF2B5EF4-FFF2-40B4-BE49-F238E27FC236}">
                <a16:creationId xmlns:a16="http://schemas.microsoft.com/office/drawing/2014/main" id="{6E15371C-3F24-44D7-97EB-74C12D53CBBC}"/>
              </a:ext>
            </a:extLst>
          </p:cNvPr>
          <p:cNvSpPr>
            <a:spLocks noGrp="1"/>
          </p:cNvSpPr>
          <p:nvPr>
            <p:ph type="pic" sz="quarter" idx="14" hasCustomPrompt="1"/>
          </p:nvPr>
        </p:nvSpPr>
        <p:spPr>
          <a:xfrm>
            <a:off x="-1" y="2311339"/>
            <a:ext cx="4613544" cy="2241520"/>
          </a:xfrm>
        </p:spPr>
        <p:txBody>
          <a:bodyPr rtlCol="0" anchor="t"/>
          <a:lstStyle>
            <a:lvl1pPr algn="ctr">
              <a:defRPr/>
            </a:lvl1pPr>
          </a:lstStyle>
          <a:p>
            <a:pPr rtl="0"/>
            <a:r>
              <a:rPr lang="en-GB"/>
              <a:t>Click to add picture</a:t>
            </a:r>
          </a:p>
        </p:txBody>
      </p:sp>
      <p:sp>
        <p:nvSpPr>
          <p:cNvPr id="25" name="Picture Placeholder 19">
            <a:extLst>
              <a:ext uri="{FF2B5EF4-FFF2-40B4-BE49-F238E27FC236}">
                <a16:creationId xmlns:a16="http://schemas.microsoft.com/office/drawing/2014/main" id="{E39E0BDE-5895-4B94-90AC-7045292B0B34}"/>
              </a:ext>
            </a:extLst>
          </p:cNvPr>
          <p:cNvSpPr>
            <a:spLocks noGrp="1"/>
          </p:cNvSpPr>
          <p:nvPr>
            <p:ph type="pic" sz="quarter" idx="15" hasCustomPrompt="1"/>
          </p:nvPr>
        </p:nvSpPr>
        <p:spPr>
          <a:xfrm>
            <a:off x="-1" y="4613572"/>
            <a:ext cx="4613544" cy="2241520"/>
          </a:xfrm>
        </p:spPr>
        <p:txBody>
          <a:bodyPr rtlCol="0" anchor="t"/>
          <a:lstStyle>
            <a:lvl1pPr algn="ctr">
              <a:defRPr/>
            </a:lvl1pPr>
          </a:lstStyle>
          <a:p>
            <a:pPr rtl="0"/>
            <a:r>
              <a:rPr lang="en-GB"/>
              <a:t>Click to add picture</a:t>
            </a:r>
          </a:p>
        </p:txBody>
      </p:sp>
      <p:sp>
        <p:nvSpPr>
          <p:cNvPr id="15" name="Content Placeholder 2">
            <a:extLst>
              <a:ext uri="{FF2B5EF4-FFF2-40B4-BE49-F238E27FC236}">
                <a16:creationId xmlns:a16="http://schemas.microsoft.com/office/drawing/2014/main" id="{E8823570-AC4F-4679-98CA-DC7F7B2CC109}"/>
              </a:ext>
            </a:extLst>
          </p:cNvPr>
          <p:cNvSpPr>
            <a:spLocks noGrp="1"/>
          </p:cNvSpPr>
          <p:nvPr>
            <p:ph idx="1" hasCustomPrompt="1"/>
          </p:nvPr>
        </p:nvSpPr>
        <p:spPr>
          <a:xfrm>
            <a:off x="5376671" y="1735745"/>
            <a:ext cx="6172412" cy="3767496"/>
          </a:xfrm>
        </p:spPr>
        <p:txBody>
          <a:bodyPr rtlCol="0" anchor="t">
            <a:normAutofit/>
          </a:bodyPr>
          <a:lstStyle>
            <a:lvl1pPr>
              <a:buFont typeface="Arial" panose="020B0604020202020204" pitchFamily="34" charset="0"/>
              <a:buNone/>
              <a:defRPr sz="1600" b="0"/>
            </a:lvl1pPr>
          </a:lstStyle>
          <a:p>
            <a:pPr rtl="0"/>
            <a:r>
              <a:rPr lang="en-GB"/>
              <a:t> Click to add text</a:t>
            </a:r>
          </a:p>
        </p:txBody>
      </p:sp>
      <p:sp>
        <p:nvSpPr>
          <p:cNvPr id="17" name="Footer Placeholder 4">
            <a:extLst>
              <a:ext uri="{FF2B5EF4-FFF2-40B4-BE49-F238E27FC236}">
                <a16:creationId xmlns:a16="http://schemas.microsoft.com/office/drawing/2014/main" id="{BB6B62FA-FEDE-42B0-8B7B-24AE138EB6CE}"/>
              </a:ext>
            </a:extLst>
          </p:cNvPr>
          <p:cNvSpPr>
            <a:spLocks noGrp="1"/>
          </p:cNvSpPr>
          <p:nvPr>
            <p:ph type="ftr" sz="quarter" idx="11"/>
          </p:nvPr>
        </p:nvSpPr>
        <p:spPr>
          <a:xfrm>
            <a:off x="642917" y="6309360"/>
            <a:ext cx="3271516" cy="457200"/>
          </a:xfrm>
        </p:spPr>
        <p:txBody>
          <a:bodyPr rtlCol="0"/>
          <a:lstStyle>
            <a:lvl1pPr>
              <a:defRPr>
                <a:solidFill>
                  <a:schemeClr val="bg1"/>
                </a:solidFill>
                <a:effectLst>
                  <a:outerShdw blurRad="50800" dist="38100" dir="2700000" algn="tl" rotWithShape="0">
                    <a:prstClr val="black">
                      <a:alpha val="43000"/>
                    </a:prstClr>
                  </a:outerShdw>
                </a:effectLst>
              </a:defRPr>
            </a:lvl1pPr>
          </a:lstStyle>
          <a:p>
            <a:pPr rtl="0"/>
            <a:r>
              <a:rPr lang="en-GB"/>
              <a:t>Presentation Title</a:t>
            </a:r>
          </a:p>
        </p:txBody>
      </p:sp>
      <p:sp>
        <p:nvSpPr>
          <p:cNvPr id="16" name="Date Placeholder 3">
            <a:extLst>
              <a:ext uri="{FF2B5EF4-FFF2-40B4-BE49-F238E27FC236}">
                <a16:creationId xmlns:a16="http://schemas.microsoft.com/office/drawing/2014/main" id="{9E8578BE-8DB2-4FE6-B45A-2B3415CEE1C4}"/>
              </a:ext>
            </a:extLst>
          </p:cNvPr>
          <p:cNvSpPr>
            <a:spLocks noGrp="1"/>
          </p:cNvSpPr>
          <p:nvPr>
            <p:ph type="dt" sz="half" idx="10"/>
          </p:nvPr>
        </p:nvSpPr>
        <p:spPr>
          <a:xfrm>
            <a:off x="5376668" y="6309360"/>
            <a:ext cx="3411973" cy="457200"/>
          </a:xfrm>
        </p:spPr>
        <p:txBody>
          <a:bodyPr rtlCol="0"/>
          <a:lstStyle>
            <a:lvl1pPr>
              <a:defRPr>
                <a:solidFill>
                  <a:schemeClr val="tx2"/>
                </a:solidFill>
                <a:effectLst/>
              </a:defRPr>
            </a:lvl1pPr>
          </a:lstStyle>
          <a:p>
            <a:pPr rtl="0"/>
            <a:r>
              <a:rPr lang="en-GB"/>
              <a:t>2/1/20XX</a:t>
            </a:r>
            <a:endParaRPr lang="en-GB" dirty="0"/>
          </a:p>
        </p:txBody>
      </p:sp>
      <p:sp>
        <p:nvSpPr>
          <p:cNvPr id="18" name="Slide Number Placeholder 5">
            <a:extLst>
              <a:ext uri="{FF2B5EF4-FFF2-40B4-BE49-F238E27FC236}">
                <a16:creationId xmlns:a16="http://schemas.microsoft.com/office/drawing/2014/main" id="{6AF7C96F-C1E5-45F5-B070-2D025E7BD35C}"/>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3958457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3DC2F0A-1748-49AE-AF72-D6BBB4F8FEC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Rectangle 6">
            <a:extLst>
              <a:ext uri="{FF2B5EF4-FFF2-40B4-BE49-F238E27FC236}">
                <a16:creationId xmlns:a16="http://schemas.microsoft.com/office/drawing/2014/main" id="{683DF7B1-E0C5-4E09-BB5C-F11EA14D7C95}"/>
              </a:ext>
              <a:ext uri="{C183D7F6-B498-43B3-948B-1728B52AA6E4}">
                <adec:decorative xmlns:adec="http://schemas.microsoft.com/office/drawing/2017/decorative" val="1"/>
              </a:ext>
            </a:extLst>
          </p:cNvPr>
          <p:cNvSpPr/>
          <p:nvPr userDrawn="1"/>
        </p:nvSpPr>
        <p:spPr>
          <a:xfrm>
            <a:off x="0" y="866789"/>
            <a:ext cx="6833381"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8" name="Title 1">
            <a:extLst>
              <a:ext uri="{FF2B5EF4-FFF2-40B4-BE49-F238E27FC236}">
                <a16:creationId xmlns:a16="http://schemas.microsoft.com/office/drawing/2014/main" id="{BBC678EC-E47C-4AC2-A75A-7022CECD0031}"/>
              </a:ext>
            </a:extLst>
          </p:cNvPr>
          <p:cNvSpPr>
            <a:spLocks noGrp="1"/>
          </p:cNvSpPr>
          <p:nvPr>
            <p:ph type="title" hasCustomPrompt="1"/>
          </p:nvPr>
        </p:nvSpPr>
        <p:spPr>
          <a:xfrm>
            <a:off x="1434622" y="1138041"/>
            <a:ext cx="4862811" cy="2019488"/>
          </a:xfrm>
        </p:spPr>
        <p:txBody>
          <a:bodyPr rtlCol="0"/>
          <a:lstStyle>
            <a:lvl1pPr>
              <a:lnSpc>
                <a:spcPct val="100000"/>
              </a:lnSpc>
              <a:defRPr>
                <a:solidFill>
                  <a:schemeClr val="bg1"/>
                </a:solidFill>
              </a:defRPr>
            </a:lvl1pPr>
          </a:lstStyle>
          <a:p>
            <a:pPr rtl="0"/>
            <a:r>
              <a:rPr lang="en-GB">
                <a:solidFill>
                  <a:schemeClr val="bg1"/>
                </a:solidFill>
              </a:rPr>
              <a:t>CLICK TO ADD TITLE</a:t>
            </a:r>
          </a:p>
        </p:txBody>
      </p:sp>
      <p:sp>
        <p:nvSpPr>
          <p:cNvPr id="25" name="Picture Placeholder 21">
            <a:extLst>
              <a:ext uri="{FF2B5EF4-FFF2-40B4-BE49-F238E27FC236}">
                <a16:creationId xmlns:a16="http://schemas.microsoft.com/office/drawing/2014/main" id="{8B745891-A8DA-4640-BB3F-1693FC5AC4AB}"/>
              </a:ext>
            </a:extLst>
          </p:cNvPr>
          <p:cNvSpPr>
            <a:spLocks noGrp="1"/>
          </p:cNvSpPr>
          <p:nvPr>
            <p:ph type="pic" sz="quarter" idx="14" hasCustomPrompt="1"/>
          </p:nvPr>
        </p:nvSpPr>
        <p:spPr>
          <a:xfrm>
            <a:off x="6858023" y="4941"/>
            <a:ext cx="5333977" cy="3392053"/>
          </a:xfrm>
        </p:spPr>
        <p:txBody>
          <a:bodyPr rtlCol="0" anchor="t"/>
          <a:lstStyle>
            <a:lvl1pPr algn="ctr">
              <a:defRPr/>
            </a:lvl1pPr>
          </a:lstStyle>
          <a:p>
            <a:pPr rtl="0"/>
            <a:r>
              <a:rPr lang="en-GB"/>
              <a:t>Click to add photo</a:t>
            </a:r>
          </a:p>
        </p:txBody>
      </p:sp>
      <p:sp>
        <p:nvSpPr>
          <p:cNvPr id="24" name="Picture Placeholder 21">
            <a:extLst>
              <a:ext uri="{FF2B5EF4-FFF2-40B4-BE49-F238E27FC236}">
                <a16:creationId xmlns:a16="http://schemas.microsoft.com/office/drawing/2014/main" id="{BC2DF568-4EA5-4F79-980F-47FC90AEA129}"/>
              </a:ext>
            </a:extLst>
          </p:cNvPr>
          <p:cNvSpPr>
            <a:spLocks noGrp="1"/>
          </p:cNvSpPr>
          <p:nvPr>
            <p:ph type="pic" sz="quarter" idx="13" hasCustomPrompt="1"/>
          </p:nvPr>
        </p:nvSpPr>
        <p:spPr>
          <a:xfrm>
            <a:off x="1067712" y="3461002"/>
            <a:ext cx="5728215" cy="3396997"/>
          </a:xfrm>
        </p:spPr>
        <p:txBody>
          <a:bodyPr rtlCol="0" anchor="t"/>
          <a:lstStyle>
            <a:lvl1pPr algn="ctr">
              <a:defRPr/>
            </a:lvl1pPr>
          </a:lstStyle>
          <a:p>
            <a:pPr rtl="0"/>
            <a:r>
              <a:rPr lang="en-GB"/>
              <a:t>Click to add photo</a:t>
            </a:r>
          </a:p>
        </p:txBody>
      </p:sp>
      <p:sp>
        <p:nvSpPr>
          <p:cNvPr id="9" name="Rectangle 8">
            <a:extLst>
              <a:ext uri="{FF2B5EF4-FFF2-40B4-BE49-F238E27FC236}">
                <a16:creationId xmlns:a16="http://schemas.microsoft.com/office/drawing/2014/main" id="{5E74E69A-5ABD-42DF-A2B0-997A626257D4}"/>
              </a:ext>
              <a:ext uri="{C183D7F6-B498-43B3-948B-1728B52AA6E4}">
                <adec:decorative xmlns:adec="http://schemas.microsoft.com/office/drawing/2017/decorative" val="1"/>
              </a:ext>
            </a:extLst>
          </p:cNvPr>
          <p:cNvSpPr/>
          <p:nvPr userDrawn="1"/>
        </p:nvSpPr>
        <p:spPr>
          <a:xfrm>
            <a:off x="-3063" y="920164"/>
            <a:ext cx="1070775" cy="2466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0" name="Rectangle 9">
            <a:extLst>
              <a:ext uri="{FF2B5EF4-FFF2-40B4-BE49-F238E27FC236}">
                <a16:creationId xmlns:a16="http://schemas.microsoft.com/office/drawing/2014/main" id="{EC2B6D0A-4A1F-4B59-B429-AD3FABC74F3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1" name="Rectangle 10">
            <a:extLst>
              <a:ext uri="{FF2B5EF4-FFF2-40B4-BE49-F238E27FC236}">
                <a16:creationId xmlns:a16="http://schemas.microsoft.com/office/drawing/2014/main" id="{32B66529-F6B7-4C1C-8291-8139628DF6C0}"/>
              </a:ext>
              <a:ext uri="{C183D7F6-B498-43B3-948B-1728B52AA6E4}">
                <adec:decorative xmlns:adec="http://schemas.microsoft.com/office/drawing/2017/decorative" val="1"/>
              </a:ext>
            </a:extLst>
          </p:cNvPr>
          <p:cNvSpPr/>
          <p:nvPr userDrawn="1"/>
        </p:nvSpPr>
        <p:spPr>
          <a:xfrm>
            <a:off x="0" y="848456"/>
            <a:ext cx="6833382" cy="717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4" name="Rectangle 13">
            <a:extLst>
              <a:ext uri="{FF2B5EF4-FFF2-40B4-BE49-F238E27FC236}">
                <a16:creationId xmlns:a16="http://schemas.microsoft.com/office/drawing/2014/main" id="{872245B9-34B5-4F89-8EA6-C018B9D4FA46}"/>
              </a:ext>
              <a:ext uri="{C183D7F6-B498-43B3-948B-1728B52AA6E4}">
                <adec:decorative xmlns:adec="http://schemas.microsoft.com/office/drawing/2017/decorative" val="1"/>
              </a:ext>
            </a:extLst>
          </p:cNvPr>
          <p:cNvSpPr/>
          <p:nvPr userDrawn="1"/>
        </p:nvSpPr>
        <p:spPr>
          <a:xfrm>
            <a:off x="6858023" y="3442673"/>
            <a:ext cx="5333977" cy="34153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5" name="Rectangle 14">
            <a:extLst>
              <a:ext uri="{FF2B5EF4-FFF2-40B4-BE49-F238E27FC236}">
                <a16:creationId xmlns:a16="http://schemas.microsoft.com/office/drawing/2014/main" id="{690814BE-76E8-43EC-9616-A1F02F053AD5}"/>
              </a:ext>
              <a:ext uri="{C183D7F6-B498-43B3-948B-1728B52AA6E4}">
                <adec:decorative xmlns:adec="http://schemas.microsoft.com/office/drawing/2017/decorative" val="1"/>
              </a:ext>
            </a:extLst>
          </p:cNvPr>
          <p:cNvSpPr/>
          <p:nvPr userDrawn="1"/>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6" name="Content Placeholder 2">
            <a:extLst>
              <a:ext uri="{FF2B5EF4-FFF2-40B4-BE49-F238E27FC236}">
                <a16:creationId xmlns:a16="http://schemas.microsoft.com/office/drawing/2014/main" id="{F8AAA0A6-9D4B-4AA2-82F0-77E5ECF4B647}"/>
              </a:ext>
            </a:extLst>
          </p:cNvPr>
          <p:cNvSpPr>
            <a:spLocks noGrp="1"/>
          </p:cNvSpPr>
          <p:nvPr>
            <p:ph idx="1" hasCustomPrompt="1"/>
          </p:nvPr>
        </p:nvSpPr>
        <p:spPr>
          <a:xfrm>
            <a:off x="7386762" y="3928342"/>
            <a:ext cx="4162319" cy="2285000"/>
          </a:xfrm>
        </p:spPr>
        <p:txBody>
          <a:bodyPr rtlCol="0" anchor="t">
            <a:normAutofit/>
          </a:bodyPr>
          <a:lstStyle>
            <a:lvl1pPr>
              <a:lnSpc>
                <a:spcPct val="100000"/>
              </a:lnSpc>
              <a:defRPr sz="2400" b="0"/>
            </a:lvl1pPr>
          </a:lstStyle>
          <a:p>
            <a:pPr rtl="0"/>
            <a:r>
              <a:rPr lang="en-GB"/>
              <a:t>Click to add text</a:t>
            </a:r>
          </a:p>
        </p:txBody>
      </p:sp>
      <p:sp>
        <p:nvSpPr>
          <p:cNvPr id="17" name="Footer Placeholder 12">
            <a:extLst>
              <a:ext uri="{FF2B5EF4-FFF2-40B4-BE49-F238E27FC236}">
                <a16:creationId xmlns:a16="http://schemas.microsoft.com/office/drawing/2014/main" id="{8E3FFD99-95F0-47A4-8642-FB9FECEC4F37}"/>
              </a:ext>
            </a:extLst>
          </p:cNvPr>
          <p:cNvSpPr>
            <a:spLocks noGrp="1"/>
          </p:cNvSpPr>
          <p:nvPr>
            <p:ph type="ftr" sz="quarter" idx="11"/>
          </p:nvPr>
        </p:nvSpPr>
        <p:spPr>
          <a:xfrm>
            <a:off x="1525917" y="6309360"/>
            <a:ext cx="4946592" cy="457200"/>
          </a:xfr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en-GB"/>
              <a:t>Presentation Title</a:t>
            </a:r>
          </a:p>
        </p:txBody>
      </p:sp>
      <p:sp>
        <p:nvSpPr>
          <p:cNvPr id="18" name="Rectangle 17">
            <a:extLst>
              <a:ext uri="{FF2B5EF4-FFF2-40B4-BE49-F238E27FC236}">
                <a16:creationId xmlns:a16="http://schemas.microsoft.com/office/drawing/2014/main" id="{94727536-E532-4015-A178-0ABB6B09C661}"/>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9" name="Date Placeholder 11">
            <a:extLst>
              <a:ext uri="{FF2B5EF4-FFF2-40B4-BE49-F238E27FC236}">
                <a16:creationId xmlns:a16="http://schemas.microsoft.com/office/drawing/2014/main" id="{22977876-C29D-4D32-9948-303465AEC312}"/>
              </a:ext>
            </a:extLst>
          </p:cNvPr>
          <p:cNvSpPr>
            <a:spLocks noGrp="1"/>
          </p:cNvSpPr>
          <p:nvPr>
            <p:ph type="dt" sz="half" idx="10"/>
          </p:nvPr>
        </p:nvSpPr>
        <p:spPr>
          <a:xfrm>
            <a:off x="7377730" y="6309360"/>
            <a:ext cx="2736329" cy="457200"/>
          </a:xfrm>
        </p:spPr>
        <p:txBody>
          <a:bodyPr rtlCol="0"/>
          <a:lstStyle/>
          <a:p>
            <a:pPr rtl="0"/>
            <a:r>
              <a:rPr lang="en-GB"/>
              <a:t>2/1/20XX</a:t>
            </a:r>
            <a:endParaRPr lang="en-GB" dirty="0"/>
          </a:p>
        </p:txBody>
      </p:sp>
      <p:sp>
        <p:nvSpPr>
          <p:cNvPr id="20" name="Slide Number Placeholder 15">
            <a:extLst>
              <a:ext uri="{FF2B5EF4-FFF2-40B4-BE49-F238E27FC236}">
                <a16:creationId xmlns:a16="http://schemas.microsoft.com/office/drawing/2014/main" id="{6A7BC11E-2EF0-4989-9A7E-7AB377DB8534}"/>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421976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pPr rtl="0"/>
            <a:r>
              <a:rPr lang="en-GB"/>
              <a:t>Click to edit Master title style</a:t>
            </a:r>
            <a:endParaRPr lang="en-GB"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dirty="0"/>
          </a:p>
        </p:txBody>
      </p:sp>
      <p:sp>
        <p:nvSpPr>
          <p:cNvPr id="4" name="Date Placeholder 3"/>
          <p:cNvSpPr>
            <a:spLocks noGrp="1"/>
          </p:cNvSpPr>
          <p:nvPr>
            <p:ph type="dt" sz="half" idx="2"/>
          </p:nvPr>
        </p:nvSpPr>
        <p:spPr>
          <a:xfrm>
            <a:off x="5376671" y="6309360"/>
            <a:ext cx="454961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pPr rtl="0"/>
            <a:r>
              <a:rPr lang="en-GB"/>
              <a:t>2/1/20XX</a:t>
            </a:r>
            <a:endParaRPr lang="en-GB" dirty="0"/>
          </a:p>
        </p:txBody>
      </p:sp>
      <p:sp>
        <p:nvSpPr>
          <p:cNvPr id="5" name="Footer Placeholder 4"/>
          <p:cNvSpPr>
            <a:spLocks noGrp="1"/>
          </p:cNvSpPr>
          <p:nvPr>
            <p:ph type="ftr" sz="quarter" idx="3"/>
          </p:nvPr>
        </p:nvSpPr>
        <p:spPr>
          <a:xfrm>
            <a:off x="642918"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pPr rtl="0"/>
            <a:r>
              <a:rPr lang="en-GB"/>
              <a:t>Presentation Title</a:t>
            </a:r>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pPr rtl="0"/>
            <a:fld id="{FAEF9944-A4F6-4C59-AEBD-678D6480B8EA}" type="slidenum">
              <a:rPr lang="en-GB" smtClean="0"/>
              <a:pPr/>
              <a:t>‹#›</a:t>
            </a:fld>
            <a:endParaRPr lang="en-GB"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22012932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hf hdr="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a:xfrm>
            <a:off x="1577902" y="824263"/>
            <a:ext cx="5122545" cy="2173288"/>
          </a:xfrm>
        </p:spPr>
        <p:txBody>
          <a:bodyPr vert="horz" lIns="109728" tIns="109728" rIns="109728" bIns="91440" rtlCol="0" anchor="ctr">
            <a:normAutofit/>
          </a:bodyPr>
          <a:lstStyle/>
          <a:p>
            <a:pPr rtl="0"/>
            <a:r>
              <a:rPr lang="en-GB" dirty="0" err="1"/>
              <a:t>Vmobile</a:t>
            </a:r>
            <a:br>
              <a:rPr lang="en-GB" dirty="0"/>
            </a:br>
            <a:endParaRPr lang="en-GB" dirty="0"/>
          </a:p>
        </p:txBody>
      </p:sp>
      <p:sp>
        <p:nvSpPr>
          <p:cNvPr id="8" name="Subtitle 7">
            <a:extLst>
              <a:ext uri="{FF2B5EF4-FFF2-40B4-BE49-F238E27FC236}">
                <a16:creationId xmlns:a16="http://schemas.microsoft.com/office/drawing/2014/main" id="{4B0552E2-3F84-4A73-A16B-C54043C663D5}"/>
              </a:ext>
            </a:extLst>
          </p:cNvPr>
          <p:cNvSpPr>
            <a:spLocks noGrp="1"/>
          </p:cNvSpPr>
          <p:nvPr>
            <p:ph type="subTitle" idx="1"/>
          </p:nvPr>
        </p:nvSpPr>
        <p:spPr>
          <a:xfrm>
            <a:off x="1646643" y="3751119"/>
            <a:ext cx="4985065" cy="1606163"/>
          </a:xfrm>
        </p:spPr>
        <p:txBody>
          <a:bodyPr vert="horz" lIns="109728" tIns="109728" rIns="109728" bIns="91440" rtlCol="0" anchor="t">
            <a:normAutofit/>
          </a:bodyPr>
          <a:lstStyle/>
          <a:p>
            <a:pPr rtl="0"/>
            <a:r>
              <a:rPr lang="en-GB" dirty="0"/>
              <a:t>Presented by</a:t>
            </a:r>
          </a:p>
          <a:p>
            <a:pPr rtl="0"/>
            <a:r>
              <a:rPr lang="en-GB" dirty="0"/>
              <a:t>- Ethan Roelf</a:t>
            </a:r>
          </a:p>
          <a:p>
            <a:pPr rtl="0"/>
            <a:endParaRPr lang="en-GB" dirty="0"/>
          </a:p>
        </p:txBody>
      </p:sp>
      <p:pic>
        <p:nvPicPr>
          <p:cNvPr id="41" name="Picture Placeholder 40" descr="A large room with glass walls&#10;">
            <a:extLst>
              <a:ext uri="{FF2B5EF4-FFF2-40B4-BE49-F238E27FC236}">
                <a16:creationId xmlns:a16="http://schemas.microsoft.com/office/drawing/2014/main" id="{9FB4A3D7-302B-4FAB-B9BD-5F75A796AC7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6859936" y="-2"/>
            <a:ext cx="5332064" cy="6858002"/>
          </a:xfrm>
        </p:spPr>
      </p:pic>
      <p:sp>
        <p:nvSpPr>
          <p:cNvPr id="5" name="Date Placeholder 4">
            <a:extLst>
              <a:ext uri="{FF2B5EF4-FFF2-40B4-BE49-F238E27FC236}">
                <a16:creationId xmlns:a16="http://schemas.microsoft.com/office/drawing/2014/main" id="{63029686-87BE-4E75-8373-8D06DD4412B3}"/>
              </a:ext>
            </a:extLst>
          </p:cNvPr>
          <p:cNvSpPr>
            <a:spLocks noGrp="1"/>
          </p:cNvSpPr>
          <p:nvPr>
            <p:ph type="dt" sz="half" idx="10"/>
          </p:nvPr>
        </p:nvSpPr>
        <p:spPr/>
        <p:txBody>
          <a:bodyPr rtlCol="0"/>
          <a:lstStyle/>
          <a:p>
            <a:pPr algn="l" rtl="0"/>
            <a:r>
              <a:rPr lang="en-GB" dirty="0">
                <a:solidFill>
                  <a:srgbClr val="FFFFFF"/>
                </a:solidFill>
                <a:effectLst>
                  <a:outerShdw blurRad="50800" dist="38100" dir="2700000" algn="tl" rotWithShape="0">
                    <a:prstClr val="black">
                      <a:alpha val="43000"/>
                    </a:prstClr>
                  </a:outerShdw>
                </a:effectLst>
              </a:rPr>
              <a:t>01/12/2025</a:t>
            </a:r>
          </a:p>
        </p:txBody>
      </p:sp>
      <p:sp>
        <p:nvSpPr>
          <p:cNvPr id="6" name="Footer Placeholder 5">
            <a:extLst>
              <a:ext uri="{FF2B5EF4-FFF2-40B4-BE49-F238E27FC236}">
                <a16:creationId xmlns:a16="http://schemas.microsoft.com/office/drawing/2014/main" id="{112A0352-7A16-48F0-9C66-57C647D319F8}"/>
              </a:ext>
            </a:extLst>
          </p:cNvPr>
          <p:cNvSpPr>
            <a:spLocks noGrp="1"/>
          </p:cNvSpPr>
          <p:nvPr>
            <p:ph type="ftr" sz="quarter" idx="11"/>
          </p:nvPr>
        </p:nvSpPr>
        <p:spPr/>
        <p:txBody>
          <a:bodyPr rtlCol="0"/>
          <a:lstStyle/>
          <a:p>
            <a:pPr algn="l" rtl="0"/>
            <a:r>
              <a:rPr lang="en-GB" dirty="0"/>
              <a:t>PBT Group – Data Specialists</a:t>
            </a:r>
          </a:p>
        </p:txBody>
      </p:sp>
      <p:sp>
        <p:nvSpPr>
          <p:cNvPr id="9" name="Slide Number Placeholder 8">
            <a:extLst>
              <a:ext uri="{FF2B5EF4-FFF2-40B4-BE49-F238E27FC236}">
                <a16:creationId xmlns:a16="http://schemas.microsoft.com/office/drawing/2014/main" id="{8933138F-06C1-46B9-8F23-C4B5783F6C5F}"/>
              </a:ext>
            </a:extLst>
          </p:cNvPr>
          <p:cNvSpPr>
            <a:spLocks noGrp="1"/>
          </p:cNvSpPr>
          <p:nvPr>
            <p:ph type="sldNum" sz="quarter" idx="12"/>
          </p:nvPr>
        </p:nvSpPr>
        <p:spPr/>
        <p:txBody>
          <a:bodyPr rtlCol="0"/>
          <a:lstStyle/>
          <a:p>
            <a:pPr rtl="0"/>
            <a:fld id="{FAEF9944-A4F6-4C59-AEBD-678D6480B8EA}" type="slidenum">
              <a:rPr lang="en-GB" smtClean="0">
                <a:solidFill>
                  <a:srgbClr val="FFFFFF"/>
                </a:solidFill>
                <a:effectLst>
                  <a:outerShdw blurRad="50800" dist="38100" dir="2700000" algn="tl" rotWithShape="0">
                    <a:prstClr val="black">
                      <a:alpha val="43000"/>
                    </a:prstClr>
                  </a:outerShdw>
                </a:effectLst>
              </a:rPr>
              <a:pPr/>
              <a:t>1</a:t>
            </a:fld>
            <a:endParaRPr lang="en-GB" dirty="0">
              <a:solidFill>
                <a:srgbClr val="FFFFFF"/>
              </a:solidFill>
              <a:effectLst>
                <a:outerShdw blurRad="50800" dist="38100" dir="2700000" algn="tl" rotWithShape="0">
                  <a:prstClr val="black">
                    <a:alpha val="43000"/>
                  </a:prstClr>
                </a:outerShdw>
              </a:effectLst>
            </a:endParaRPr>
          </a:p>
        </p:txBody>
      </p:sp>
      <p:sp>
        <p:nvSpPr>
          <p:cNvPr id="3" name="TextBox 2">
            <a:extLst>
              <a:ext uri="{FF2B5EF4-FFF2-40B4-BE49-F238E27FC236}">
                <a16:creationId xmlns:a16="http://schemas.microsoft.com/office/drawing/2014/main" id="{924BAEB1-6DFA-A7C5-92B1-B8D95B821BB3}"/>
              </a:ext>
            </a:extLst>
          </p:cNvPr>
          <p:cNvSpPr txBox="1"/>
          <p:nvPr/>
        </p:nvSpPr>
        <p:spPr>
          <a:xfrm>
            <a:off x="1646643" y="2209574"/>
            <a:ext cx="6100174" cy="369332"/>
          </a:xfrm>
          <a:prstGeom prst="rect">
            <a:avLst/>
          </a:prstGeom>
          <a:noFill/>
        </p:spPr>
        <p:txBody>
          <a:bodyPr wrap="square">
            <a:spAutoFit/>
          </a:bodyPr>
          <a:lstStyle/>
          <a:p>
            <a:r>
              <a:rPr lang="en-GB" dirty="0">
                <a:solidFill>
                  <a:schemeClr val="bg1"/>
                </a:solidFill>
              </a:rPr>
              <a:t> Marketing Campaign Impact Analysis</a:t>
            </a:r>
            <a:endParaRPr lang="en-US" dirty="0">
              <a:solidFill>
                <a:schemeClr val="bg1"/>
              </a:solidFill>
            </a:endParaRPr>
          </a:p>
        </p:txBody>
      </p:sp>
    </p:spTree>
    <p:extLst>
      <p:ext uri="{BB962C8B-B14F-4D97-AF65-F5344CB8AC3E}">
        <p14:creationId xmlns:p14="http://schemas.microsoft.com/office/powerpoint/2010/main" val="3111549375"/>
      </p:ext>
    </p:extLst>
  </p:cSld>
  <p:clrMapOvr>
    <a:masterClrMapping/>
  </p:clrMapOvr>
  <mc:AlternateContent xmlns:mc="http://schemas.openxmlformats.org/markup-compatibility/2006" xmlns:p14="http://schemas.microsoft.com/office/powerpoint/2010/main">
    <mc:Choice Requires="p14">
      <p:transition spd="slow" p14:dur="2000" advTm="5766"/>
    </mc:Choice>
    <mc:Fallback xmlns="">
      <p:transition spd="slow" advTm="576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0" y="1195548"/>
            <a:ext cx="8194348" cy="791861"/>
          </a:xfrm>
        </p:spPr>
        <p:txBody>
          <a:bodyPr rtlCol="0">
            <a:noAutofit/>
          </a:bodyPr>
          <a:lstStyle/>
          <a:p>
            <a:pPr rtl="0"/>
            <a:r>
              <a:rPr lang="en-GB" sz="2400" dirty="0"/>
              <a:t>Business use case and the gap causing the issue:</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idx="1"/>
          </p:nvPr>
        </p:nvSpPr>
        <p:spPr>
          <a:xfrm>
            <a:off x="125537" y="2319894"/>
            <a:ext cx="7916778" cy="4186989"/>
          </a:xfrm>
        </p:spPr>
        <p:txBody>
          <a:bodyPr rtlCol="0">
            <a:normAutofit/>
          </a:bodyPr>
          <a:lstStyle/>
          <a:p>
            <a:pPr rtl="0"/>
            <a:r>
              <a:rPr lang="en-GB" b="1" dirty="0">
                <a:latin typeface="+mj-lt"/>
                <a:ea typeface="+mj-ea"/>
                <a:cs typeface="+mj-cs"/>
              </a:rPr>
              <a:t>Client:</a:t>
            </a:r>
            <a:r>
              <a:rPr lang="en-GB" dirty="0"/>
              <a:t> </a:t>
            </a:r>
            <a:r>
              <a:rPr lang="en-GB" sz="1800" dirty="0" err="1"/>
              <a:t>VMobile</a:t>
            </a:r>
            <a:r>
              <a:rPr lang="en-GB" sz="1800" dirty="0"/>
              <a:t> Marketing department</a:t>
            </a:r>
          </a:p>
          <a:p>
            <a:r>
              <a:rPr lang="en-GB" b="1" dirty="0">
                <a:latin typeface="+mj-lt"/>
                <a:ea typeface="+mj-ea"/>
                <a:cs typeface="+mj-cs"/>
              </a:rPr>
              <a:t>Context</a:t>
            </a:r>
            <a:r>
              <a:rPr lang="en-GB" sz="1600" b="1" dirty="0">
                <a:latin typeface="+mj-lt"/>
                <a:ea typeface="+mj-ea"/>
                <a:cs typeface="+mj-cs"/>
              </a:rPr>
              <a:t>: </a:t>
            </a:r>
            <a:r>
              <a:rPr lang="en-GB" sz="1900" dirty="0"/>
              <a:t>“Free minutes” campaign to drive </a:t>
            </a:r>
            <a:r>
              <a:rPr lang="en-GB" sz="1800" dirty="0"/>
              <a:t>usage</a:t>
            </a:r>
            <a:endParaRPr lang="en-GB" sz="1800" b="1" dirty="0">
              <a:solidFill>
                <a:srgbClr val="C00000"/>
              </a:solidFill>
            </a:endParaRPr>
          </a:p>
          <a:p>
            <a:pPr rtl="0"/>
            <a:r>
              <a:rPr lang="en-GB" b="1" dirty="0">
                <a:latin typeface="+mj-lt"/>
                <a:ea typeface="+mj-ea"/>
                <a:cs typeface="+mj-cs"/>
              </a:rPr>
              <a:t>The issue: </a:t>
            </a:r>
            <a:r>
              <a:rPr lang="en-GB" sz="1800" dirty="0"/>
              <a:t>Marketing lacks visibility into the “Free Minutes” campaign impact.</a:t>
            </a:r>
          </a:p>
          <a:p>
            <a:pPr rtl="0"/>
            <a:r>
              <a:rPr lang="en-GB" b="1" dirty="0">
                <a:latin typeface="+mj-lt"/>
                <a:ea typeface="+mj-ea"/>
                <a:cs typeface="+mj-cs"/>
              </a:rPr>
              <a:t>The Gap: </a:t>
            </a:r>
            <a:r>
              <a:rPr lang="en-GB" sz="1800" dirty="0"/>
              <a:t>No consolidated view of the total qualifying subscribers each week</a:t>
            </a:r>
            <a:br>
              <a:rPr lang="en-GB" sz="1800" dirty="0"/>
            </a:br>
            <a:endParaRPr lang="en-GB" sz="1800" dirty="0"/>
          </a:p>
        </p:txBody>
      </p:sp>
      <p:pic>
        <p:nvPicPr>
          <p:cNvPr id="29" name="Picture Placeholder 28" descr="Dashboard Digital Finance">
            <a:extLst>
              <a:ext uri="{FF2B5EF4-FFF2-40B4-BE49-F238E27FC236}">
                <a16:creationId xmlns:a16="http://schemas.microsoft.com/office/drawing/2014/main" id="{5924239E-C490-438F-B9C9-111D931D0846}"/>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8194348" y="1085431"/>
            <a:ext cx="3997652" cy="5037857"/>
          </a:xfrm>
        </p:spPr>
      </p:pic>
      <p:sp>
        <p:nvSpPr>
          <p:cNvPr id="23" name="Footer Placeholder 22">
            <a:extLst>
              <a:ext uri="{FF2B5EF4-FFF2-40B4-BE49-F238E27FC236}">
                <a16:creationId xmlns:a16="http://schemas.microsoft.com/office/drawing/2014/main" id="{C50BB1C4-223C-42B9-AF6A-F40E305B1A0E}"/>
              </a:ext>
            </a:extLst>
          </p:cNvPr>
          <p:cNvSpPr>
            <a:spLocks noGrp="1"/>
          </p:cNvSpPr>
          <p:nvPr>
            <p:ph type="ftr" sz="quarter" idx="11"/>
          </p:nvPr>
        </p:nvSpPr>
        <p:spPr>
          <a:xfrm>
            <a:off x="787178" y="6309360"/>
            <a:ext cx="6623040" cy="457200"/>
          </a:xfrm>
        </p:spPr>
        <p:txBody>
          <a:bodyPr rtlCol="0"/>
          <a:lstStyle/>
          <a:p>
            <a:pPr algn="l" rtl="0"/>
            <a:r>
              <a:rPr lang="en-GB" dirty="0"/>
              <a:t>PBT Group – Data Specialists</a:t>
            </a:r>
          </a:p>
        </p:txBody>
      </p:sp>
      <p:sp>
        <p:nvSpPr>
          <p:cNvPr id="21" name="Date Placeholder 20">
            <a:extLst>
              <a:ext uri="{FF2B5EF4-FFF2-40B4-BE49-F238E27FC236}">
                <a16:creationId xmlns:a16="http://schemas.microsoft.com/office/drawing/2014/main" id="{9DE3C7A9-21F2-4569-A617-6303685EAA30}"/>
              </a:ext>
            </a:extLst>
          </p:cNvPr>
          <p:cNvSpPr>
            <a:spLocks noGrp="1"/>
          </p:cNvSpPr>
          <p:nvPr>
            <p:ph type="dt" sz="half" idx="10"/>
          </p:nvPr>
        </p:nvSpPr>
        <p:spPr>
          <a:xfrm>
            <a:off x="8379537" y="6309360"/>
            <a:ext cx="1885598" cy="457200"/>
          </a:xfrm>
        </p:spPr>
        <p:txBody>
          <a:bodyPr rtlCol="0"/>
          <a:lstStyle/>
          <a:p>
            <a:pPr rtl="0"/>
            <a:r>
              <a:rPr lang="en-GB" dirty="0"/>
              <a:t>01/12/2025</a:t>
            </a:r>
          </a:p>
        </p:txBody>
      </p:sp>
      <p:sp>
        <p:nvSpPr>
          <p:cNvPr id="24" name="Slide Number Placeholder 23">
            <a:extLst>
              <a:ext uri="{FF2B5EF4-FFF2-40B4-BE49-F238E27FC236}">
                <a16:creationId xmlns:a16="http://schemas.microsoft.com/office/drawing/2014/main" id="{29B547D4-09F9-49AB-B5C7-2EDDB233C78D}"/>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pPr rtl="0"/>
              <a:t>2</a:t>
            </a:fld>
            <a:endParaRPr lang="en-GB" dirty="0"/>
          </a:p>
        </p:txBody>
      </p:sp>
    </p:spTree>
    <p:extLst>
      <p:ext uri="{BB962C8B-B14F-4D97-AF65-F5344CB8AC3E}">
        <p14:creationId xmlns:p14="http://schemas.microsoft.com/office/powerpoint/2010/main" val="3318299500"/>
      </p:ext>
    </p:extLst>
  </p:cSld>
  <p:clrMapOvr>
    <a:masterClrMapping/>
  </p:clrMapOvr>
  <mc:AlternateContent xmlns:mc="http://schemas.openxmlformats.org/markup-compatibility/2006" xmlns:p14="http://schemas.microsoft.com/office/powerpoint/2010/main">
    <mc:Choice Requires="p14">
      <p:transition spd="slow" p14:dur="2000" advTm="3666"/>
    </mc:Choice>
    <mc:Fallback xmlns="">
      <p:transition spd="slow" advTm="366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0" y="1085431"/>
            <a:ext cx="8194348" cy="791861"/>
          </a:xfrm>
        </p:spPr>
        <p:txBody>
          <a:bodyPr rtlCol="0">
            <a:noAutofit/>
          </a:bodyPr>
          <a:lstStyle/>
          <a:p>
            <a:pPr rtl="0"/>
            <a:r>
              <a:rPr lang="en-GB" sz="2400" dirty="0"/>
              <a:t>Project Deliverables</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idx="1"/>
          </p:nvPr>
        </p:nvSpPr>
        <p:spPr>
          <a:xfrm>
            <a:off x="39264" y="1936299"/>
            <a:ext cx="7916778" cy="4186989"/>
          </a:xfrm>
        </p:spPr>
        <p:txBody>
          <a:bodyPr rtlCol="0">
            <a:normAutofit/>
          </a:bodyPr>
          <a:lstStyle/>
          <a:p>
            <a:pPr marL="342900" lvl="0" indent="-342900" algn="just">
              <a:lnSpc>
                <a:spcPct val="115000"/>
              </a:lnSpc>
              <a:buAutoNum type="arabicPeriod"/>
            </a:pPr>
            <a:r>
              <a:rPr lang="en-ZA" sz="1800" b="1" dirty="0">
                <a:effectLst/>
                <a:ea typeface="Tahoma" panose="020B0604030504040204" pitchFamily="34" charset="0"/>
                <a:cs typeface="Calibri" panose="020F0502020204030204" pitchFamily="34" charset="0"/>
              </a:rPr>
              <a:t>Generate a weekly report on total qualifying subscribers per week</a:t>
            </a:r>
          </a:p>
          <a:p>
            <a:pPr lvl="0" algn="just">
              <a:lnSpc>
                <a:spcPct val="115000"/>
              </a:lnSpc>
            </a:pPr>
            <a:endParaRPr lang="en-ZA" sz="1800" dirty="0">
              <a:effectLst/>
              <a:ea typeface="Tahoma" panose="020B0604030504040204" pitchFamily="34" charset="0"/>
              <a:cs typeface="Arial Bold"/>
            </a:endParaRPr>
          </a:p>
          <a:p>
            <a:pPr lvl="0" algn="just">
              <a:lnSpc>
                <a:spcPct val="115000"/>
              </a:lnSpc>
            </a:pPr>
            <a:r>
              <a:rPr lang="en-ZA" sz="1800" b="1" dirty="0">
                <a:effectLst/>
                <a:ea typeface="Tahoma" panose="020B0604030504040204" pitchFamily="34" charset="0"/>
                <a:cs typeface="Calibri" panose="020F0502020204030204" pitchFamily="34" charset="0"/>
              </a:rPr>
              <a:t>2. Create a visualization to interactively analyse the</a:t>
            </a:r>
          </a:p>
          <a:p>
            <a:pPr lvl="0" algn="just">
              <a:lnSpc>
                <a:spcPct val="115000"/>
              </a:lnSpc>
            </a:pPr>
            <a:r>
              <a:rPr lang="en-ZA" sz="1800" b="1" dirty="0">
                <a:ea typeface="Tahoma" panose="020B0604030504040204" pitchFamily="34" charset="0"/>
                <a:cs typeface="Calibri" panose="020F0502020204030204" pitchFamily="34" charset="0"/>
              </a:rPr>
              <a:t>  </a:t>
            </a:r>
            <a:r>
              <a:rPr lang="en-ZA" sz="1800" b="1" dirty="0">
                <a:effectLst/>
                <a:ea typeface="Tahoma" panose="020B0604030504040204" pitchFamily="34" charset="0"/>
                <a:cs typeface="Calibri" panose="020F0502020204030204" pitchFamily="34" charset="0"/>
              </a:rPr>
              <a:t>  trends in data, answering the following questions:</a:t>
            </a:r>
          </a:p>
          <a:p>
            <a:pPr lvl="0" algn="just">
              <a:lnSpc>
                <a:spcPct val="115000"/>
              </a:lnSpc>
            </a:pPr>
            <a:r>
              <a:rPr lang="en-ZA" sz="1800" dirty="0">
                <a:ea typeface="Tahoma" panose="020B0604030504040204" pitchFamily="34" charset="0"/>
                <a:cs typeface="Calibri" panose="020F0502020204030204" pitchFamily="34" charset="0"/>
              </a:rPr>
              <a:t>	- What trends are there in qualifying subscribers 	   over time?</a:t>
            </a:r>
          </a:p>
          <a:p>
            <a:pPr lvl="0" algn="just">
              <a:lnSpc>
                <a:spcPct val="115000"/>
              </a:lnSpc>
            </a:pPr>
            <a:r>
              <a:rPr lang="en-ZA" sz="1800" dirty="0">
                <a:effectLst/>
                <a:ea typeface="Tahoma" panose="020B0604030504040204" pitchFamily="34" charset="0"/>
                <a:cs typeface="Calibri" panose="020F0502020204030204" pitchFamily="34" charset="0"/>
              </a:rPr>
              <a:t>	- Which region</a:t>
            </a:r>
            <a:r>
              <a:rPr lang="en-ZA" sz="1800" dirty="0">
                <a:ea typeface="Tahoma" panose="020B0604030504040204" pitchFamily="34" charset="0"/>
                <a:cs typeface="Calibri" panose="020F0502020204030204" pitchFamily="34" charset="0"/>
              </a:rPr>
              <a:t> contains the most qualifying 	  	   subscribers each week?</a:t>
            </a:r>
            <a:endParaRPr lang="en-ZA" sz="1800" dirty="0">
              <a:effectLst/>
              <a:ea typeface="Tahoma" panose="020B0604030504040204" pitchFamily="34" charset="0"/>
              <a:cs typeface="Arial Bold"/>
            </a:endParaRPr>
          </a:p>
          <a:p>
            <a:pPr lvl="0" algn="just">
              <a:lnSpc>
                <a:spcPct val="115000"/>
              </a:lnSpc>
            </a:pPr>
            <a:endParaRPr lang="en-ZA" sz="1800" dirty="0">
              <a:effectLst/>
              <a:ea typeface="Tahoma" panose="020B0604030504040204" pitchFamily="34" charset="0"/>
              <a:cs typeface="Arial Bold"/>
            </a:endParaRPr>
          </a:p>
        </p:txBody>
      </p:sp>
      <p:pic>
        <p:nvPicPr>
          <p:cNvPr id="29" name="Picture Placeholder 28" descr="Dashboard Digital Finance">
            <a:extLst>
              <a:ext uri="{FF2B5EF4-FFF2-40B4-BE49-F238E27FC236}">
                <a16:creationId xmlns:a16="http://schemas.microsoft.com/office/drawing/2014/main" id="{5924239E-C490-438F-B9C9-111D931D0846}"/>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8194348" y="1085431"/>
            <a:ext cx="3997652" cy="5037857"/>
          </a:xfrm>
        </p:spPr>
      </p:pic>
      <p:sp>
        <p:nvSpPr>
          <p:cNvPr id="23" name="Footer Placeholder 22">
            <a:extLst>
              <a:ext uri="{FF2B5EF4-FFF2-40B4-BE49-F238E27FC236}">
                <a16:creationId xmlns:a16="http://schemas.microsoft.com/office/drawing/2014/main" id="{C50BB1C4-223C-42B9-AF6A-F40E305B1A0E}"/>
              </a:ext>
            </a:extLst>
          </p:cNvPr>
          <p:cNvSpPr>
            <a:spLocks noGrp="1"/>
          </p:cNvSpPr>
          <p:nvPr>
            <p:ph type="ftr" sz="quarter" idx="11"/>
          </p:nvPr>
        </p:nvSpPr>
        <p:spPr>
          <a:xfrm>
            <a:off x="787178" y="6309360"/>
            <a:ext cx="6623040" cy="457200"/>
          </a:xfrm>
        </p:spPr>
        <p:txBody>
          <a:bodyPr rtlCol="0"/>
          <a:lstStyle/>
          <a:p>
            <a:pPr algn="l" rtl="0"/>
            <a:r>
              <a:rPr lang="en-GB" dirty="0"/>
              <a:t>PBT Group – Data Specialists</a:t>
            </a:r>
          </a:p>
        </p:txBody>
      </p:sp>
      <p:sp>
        <p:nvSpPr>
          <p:cNvPr id="21" name="Date Placeholder 20">
            <a:extLst>
              <a:ext uri="{FF2B5EF4-FFF2-40B4-BE49-F238E27FC236}">
                <a16:creationId xmlns:a16="http://schemas.microsoft.com/office/drawing/2014/main" id="{9DE3C7A9-21F2-4569-A617-6303685EAA30}"/>
              </a:ext>
            </a:extLst>
          </p:cNvPr>
          <p:cNvSpPr>
            <a:spLocks noGrp="1"/>
          </p:cNvSpPr>
          <p:nvPr>
            <p:ph type="dt" sz="half" idx="10"/>
          </p:nvPr>
        </p:nvSpPr>
        <p:spPr>
          <a:xfrm>
            <a:off x="8379537" y="6309360"/>
            <a:ext cx="1885598" cy="457200"/>
          </a:xfrm>
        </p:spPr>
        <p:txBody>
          <a:bodyPr rtlCol="0"/>
          <a:lstStyle/>
          <a:p>
            <a:pPr rtl="0"/>
            <a:r>
              <a:rPr lang="en-GB"/>
              <a:t>01/12/2025</a:t>
            </a:r>
            <a:endParaRPr lang="en-GB" dirty="0"/>
          </a:p>
        </p:txBody>
      </p:sp>
      <p:sp>
        <p:nvSpPr>
          <p:cNvPr id="24" name="Slide Number Placeholder 23">
            <a:extLst>
              <a:ext uri="{FF2B5EF4-FFF2-40B4-BE49-F238E27FC236}">
                <a16:creationId xmlns:a16="http://schemas.microsoft.com/office/drawing/2014/main" id="{29B547D4-09F9-49AB-B5C7-2EDDB233C78D}"/>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pPr rtl="0"/>
              <a:t>3</a:t>
            </a:fld>
            <a:endParaRPr lang="en-GB" dirty="0"/>
          </a:p>
        </p:txBody>
      </p:sp>
    </p:spTree>
    <p:extLst>
      <p:ext uri="{BB962C8B-B14F-4D97-AF65-F5344CB8AC3E}">
        <p14:creationId xmlns:p14="http://schemas.microsoft.com/office/powerpoint/2010/main" val="2970719999"/>
      </p:ext>
    </p:extLst>
  </p:cSld>
  <p:clrMapOvr>
    <a:masterClrMapping/>
  </p:clrMapOvr>
  <mc:AlternateContent xmlns:mc="http://schemas.openxmlformats.org/markup-compatibility/2006" xmlns:p14="http://schemas.microsoft.com/office/powerpoint/2010/main">
    <mc:Choice Requires="p14">
      <p:transition spd="slow" p14:dur="2000" advTm="4465"/>
    </mc:Choice>
    <mc:Fallback xmlns="">
      <p:transition spd="slow" advTm="446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0" y="1085431"/>
            <a:ext cx="8194348" cy="791861"/>
          </a:xfrm>
        </p:spPr>
        <p:txBody>
          <a:bodyPr rtlCol="0">
            <a:noAutofit/>
          </a:bodyPr>
          <a:lstStyle/>
          <a:p>
            <a:pPr rtl="0"/>
            <a:r>
              <a:rPr lang="en-GB" sz="2400" dirty="0"/>
              <a:t>Project Scope</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idx="1"/>
          </p:nvPr>
        </p:nvSpPr>
        <p:spPr>
          <a:xfrm>
            <a:off x="39264" y="1936299"/>
            <a:ext cx="7916778" cy="4186989"/>
          </a:xfrm>
        </p:spPr>
        <p:txBody>
          <a:bodyPr rtlCol="0">
            <a:normAutofit fontScale="92500"/>
          </a:bodyPr>
          <a:lstStyle/>
          <a:p>
            <a:pPr marL="342900" lvl="0" indent="-342900" algn="just">
              <a:lnSpc>
                <a:spcPct val="115000"/>
              </a:lnSpc>
              <a:buFont typeface="Calibri" panose="020F0502020204030204" pitchFamily="34" charset="0"/>
              <a:buChar char="-"/>
            </a:pPr>
            <a:r>
              <a:rPr lang="en-ZA" sz="1800" dirty="0">
                <a:effectLst/>
                <a:ea typeface="Tahoma" panose="020B0604030504040204" pitchFamily="34" charset="0"/>
                <a:cs typeface="Calibri" panose="020F0502020204030204" pitchFamily="34" charset="0"/>
              </a:rPr>
              <a:t>Write a script to create the MySQL database tables based on business requirements for the report.</a:t>
            </a:r>
            <a:endParaRPr lang="en-ZA" sz="1800" dirty="0">
              <a:effectLst/>
              <a:ea typeface="Tahoma" panose="020B0604030504040204" pitchFamily="34" charset="0"/>
              <a:cs typeface="Arial Bold"/>
            </a:endParaRPr>
          </a:p>
          <a:p>
            <a:pPr marL="342900" lvl="0" indent="-342900" algn="just">
              <a:lnSpc>
                <a:spcPct val="115000"/>
              </a:lnSpc>
              <a:buFont typeface="Calibri" panose="020F0502020204030204" pitchFamily="34" charset="0"/>
              <a:buChar char="-"/>
            </a:pPr>
            <a:r>
              <a:rPr lang="en-ZA" sz="1800" dirty="0">
                <a:effectLst/>
                <a:ea typeface="Tahoma" panose="020B0604030504040204" pitchFamily="34" charset="0"/>
                <a:cs typeface="Calibri" panose="020F0502020204030204" pitchFamily="34" charset="0"/>
              </a:rPr>
              <a:t>Write a script which extracts subscriber information from the three different subscriber systems</a:t>
            </a:r>
            <a:endParaRPr lang="en-ZA" sz="1800" dirty="0">
              <a:effectLst/>
              <a:ea typeface="Tahoma" panose="020B0604030504040204" pitchFamily="34" charset="0"/>
              <a:cs typeface="Arial Bold"/>
            </a:endParaRPr>
          </a:p>
          <a:p>
            <a:pPr marL="342900" lvl="0" indent="-342900" algn="just">
              <a:lnSpc>
                <a:spcPct val="115000"/>
              </a:lnSpc>
              <a:buFont typeface="Calibri" panose="020F0502020204030204" pitchFamily="34" charset="0"/>
              <a:buChar char="-"/>
            </a:pPr>
            <a:r>
              <a:rPr lang="en-ZA" sz="1800" dirty="0">
                <a:effectLst/>
                <a:ea typeface="Tahoma" panose="020B0604030504040204" pitchFamily="34" charset="0"/>
                <a:cs typeface="Calibri" panose="020F0502020204030204" pitchFamily="34" charset="0"/>
              </a:rPr>
              <a:t>Write a script which combines all this subscriber information and loads it into the necessary tables</a:t>
            </a:r>
            <a:endParaRPr lang="en-ZA" sz="1800" dirty="0">
              <a:effectLst/>
              <a:ea typeface="Tahoma" panose="020B0604030504040204" pitchFamily="34" charset="0"/>
              <a:cs typeface="Arial Bold"/>
            </a:endParaRPr>
          </a:p>
          <a:p>
            <a:pPr marL="342900" lvl="0" indent="-342900" algn="just">
              <a:lnSpc>
                <a:spcPct val="115000"/>
              </a:lnSpc>
              <a:buFont typeface="Calibri" panose="020F0502020204030204" pitchFamily="34" charset="0"/>
              <a:buChar char="-"/>
            </a:pPr>
            <a:r>
              <a:rPr lang="en-ZA" sz="1800" dirty="0">
                <a:effectLst/>
                <a:ea typeface="Tahoma" panose="020B0604030504040204" pitchFamily="34" charset="0"/>
                <a:cs typeface="Calibri" panose="020F0502020204030204" pitchFamily="34" charset="0"/>
              </a:rPr>
              <a:t>Write a script which generates a weekly report from the necessary tables.</a:t>
            </a:r>
            <a:endParaRPr lang="en-ZA" sz="1800" dirty="0">
              <a:effectLst/>
              <a:ea typeface="Tahoma" panose="020B0604030504040204" pitchFamily="34" charset="0"/>
              <a:cs typeface="Arial Bold"/>
            </a:endParaRPr>
          </a:p>
          <a:p>
            <a:pPr marL="342900" lvl="0" indent="-342900" algn="just">
              <a:lnSpc>
                <a:spcPct val="115000"/>
              </a:lnSpc>
              <a:buFont typeface="Calibri" panose="020F0502020204030204" pitchFamily="34" charset="0"/>
              <a:buChar char="-"/>
            </a:pPr>
            <a:r>
              <a:rPr lang="en-ZA" sz="1800" dirty="0">
                <a:effectLst/>
                <a:ea typeface="Tahoma" panose="020B0604030504040204" pitchFamily="34" charset="0"/>
                <a:cs typeface="Calibri" panose="020F0502020204030204" pitchFamily="34" charset="0"/>
              </a:rPr>
              <a:t>Create a visualization using Excel to analyse trends in data</a:t>
            </a:r>
            <a:endParaRPr lang="en-ZA" sz="1800" dirty="0">
              <a:effectLst/>
              <a:ea typeface="Tahoma" panose="020B0604030504040204" pitchFamily="34" charset="0"/>
              <a:cs typeface="Arial Bold"/>
            </a:endParaRPr>
          </a:p>
          <a:p>
            <a:pPr marL="342900" lvl="0" indent="-342900" algn="just">
              <a:lnSpc>
                <a:spcPct val="115000"/>
              </a:lnSpc>
              <a:buFont typeface="Calibri" panose="020F0502020204030204" pitchFamily="34" charset="0"/>
              <a:buChar char="-"/>
            </a:pPr>
            <a:r>
              <a:rPr lang="en-ZA" sz="1800" dirty="0">
                <a:effectLst/>
                <a:ea typeface="Tahoma" panose="020B0604030504040204" pitchFamily="34" charset="0"/>
              </a:rPr>
              <a:t>Create a presentation and explain the solution to stakeholders</a:t>
            </a:r>
            <a:r>
              <a:rPr lang="en-ZA" sz="1600" dirty="0">
                <a:effectLst/>
              </a:rPr>
              <a:t> </a:t>
            </a:r>
            <a:endParaRPr lang="en-ZA" sz="1800" dirty="0">
              <a:effectLst/>
              <a:ea typeface="Tahoma" panose="020B0604030504040204" pitchFamily="34" charset="0"/>
              <a:cs typeface="Arial Bold"/>
            </a:endParaRPr>
          </a:p>
        </p:txBody>
      </p:sp>
      <p:pic>
        <p:nvPicPr>
          <p:cNvPr id="29" name="Picture Placeholder 28" descr="Dashboard Digital Finance">
            <a:extLst>
              <a:ext uri="{FF2B5EF4-FFF2-40B4-BE49-F238E27FC236}">
                <a16:creationId xmlns:a16="http://schemas.microsoft.com/office/drawing/2014/main" id="{5924239E-C490-438F-B9C9-111D931D0846}"/>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8155084" y="1085431"/>
            <a:ext cx="3997652" cy="5037857"/>
          </a:xfrm>
        </p:spPr>
      </p:pic>
      <p:sp>
        <p:nvSpPr>
          <p:cNvPr id="23" name="Footer Placeholder 22">
            <a:extLst>
              <a:ext uri="{FF2B5EF4-FFF2-40B4-BE49-F238E27FC236}">
                <a16:creationId xmlns:a16="http://schemas.microsoft.com/office/drawing/2014/main" id="{C50BB1C4-223C-42B9-AF6A-F40E305B1A0E}"/>
              </a:ext>
            </a:extLst>
          </p:cNvPr>
          <p:cNvSpPr>
            <a:spLocks noGrp="1"/>
          </p:cNvSpPr>
          <p:nvPr>
            <p:ph type="ftr" sz="quarter" idx="11"/>
          </p:nvPr>
        </p:nvSpPr>
        <p:spPr>
          <a:xfrm>
            <a:off x="787178" y="6309360"/>
            <a:ext cx="6623040" cy="457200"/>
          </a:xfrm>
        </p:spPr>
        <p:txBody>
          <a:bodyPr rtlCol="0"/>
          <a:lstStyle/>
          <a:p>
            <a:pPr algn="l" rtl="0"/>
            <a:r>
              <a:rPr lang="en-GB" dirty="0"/>
              <a:t>PBT Group – Data Specialists</a:t>
            </a:r>
          </a:p>
        </p:txBody>
      </p:sp>
      <p:sp>
        <p:nvSpPr>
          <p:cNvPr id="21" name="Date Placeholder 20">
            <a:extLst>
              <a:ext uri="{FF2B5EF4-FFF2-40B4-BE49-F238E27FC236}">
                <a16:creationId xmlns:a16="http://schemas.microsoft.com/office/drawing/2014/main" id="{9DE3C7A9-21F2-4569-A617-6303685EAA30}"/>
              </a:ext>
            </a:extLst>
          </p:cNvPr>
          <p:cNvSpPr>
            <a:spLocks noGrp="1"/>
          </p:cNvSpPr>
          <p:nvPr>
            <p:ph type="dt" sz="half" idx="10"/>
          </p:nvPr>
        </p:nvSpPr>
        <p:spPr>
          <a:xfrm>
            <a:off x="8379537" y="6309360"/>
            <a:ext cx="1885598" cy="457200"/>
          </a:xfrm>
        </p:spPr>
        <p:txBody>
          <a:bodyPr rtlCol="0"/>
          <a:lstStyle/>
          <a:p>
            <a:pPr rtl="0"/>
            <a:r>
              <a:rPr lang="en-GB"/>
              <a:t>01/12/2025</a:t>
            </a:r>
            <a:endParaRPr lang="en-GB" dirty="0"/>
          </a:p>
        </p:txBody>
      </p:sp>
      <p:sp>
        <p:nvSpPr>
          <p:cNvPr id="24" name="Slide Number Placeholder 23">
            <a:extLst>
              <a:ext uri="{FF2B5EF4-FFF2-40B4-BE49-F238E27FC236}">
                <a16:creationId xmlns:a16="http://schemas.microsoft.com/office/drawing/2014/main" id="{29B547D4-09F9-49AB-B5C7-2EDDB233C78D}"/>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pPr rtl="0"/>
              <a:t>4</a:t>
            </a:fld>
            <a:endParaRPr lang="en-GB" dirty="0"/>
          </a:p>
        </p:txBody>
      </p:sp>
    </p:spTree>
    <p:extLst>
      <p:ext uri="{BB962C8B-B14F-4D97-AF65-F5344CB8AC3E}">
        <p14:creationId xmlns:p14="http://schemas.microsoft.com/office/powerpoint/2010/main" val="3519876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787178" y="986099"/>
            <a:ext cx="6623040" cy="791861"/>
          </a:xfrm>
        </p:spPr>
        <p:txBody>
          <a:bodyPr rtlCol="0">
            <a:normAutofit fontScale="90000"/>
          </a:bodyPr>
          <a:lstStyle/>
          <a:p>
            <a:pPr rtl="0"/>
            <a:r>
              <a:rPr lang="en-GB" dirty="0"/>
              <a:t>Database schema</a:t>
            </a:r>
          </a:p>
        </p:txBody>
      </p:sp>
      <p:pic>
        <p:nvPicPr>
          <p:cNvPr id="3" name="Content Placeholder 2" descr="A close-up of a table&#10;&#10;Description automatically generated">
            <a:extLst>
              <a:ext uri="{FF2B5EF4-FFF2-40B4-BE49-F238E27FC236}">
                <a16:creationId xmlns:a16="http://schemas.microsoft.com/office/drawing/2014/main" id="{DB292A9C-4F50-041F-3DDE-F130F48F0BEC}"/>
              </a:ext>
            </a:extLst>
          </p:cNvPr>
          <p:cNvPicPr>
            <a:picLocks noGrp="1" noChangeAspect="1"/>
          </p:cNvPicPr>
          <p:nvPr>
            <p:ph idx="1"/>
          </p:nvPr>
        </p:nvPicPr>
        <p:blipFill>
          <a:blip r:embed="rId3"/>
          <a:stretch>
            <a:fillRect/>
          </a:stretch>
        </p:blipFill>
        <p:spPr>
          <a:xfrm>
            <a:off x="585088" y="1612314"/>
            <a:ext cx="6623050" cy="2431346"/>
          </a:xfrm>
        </p:spPr>
      </p:pic>
      <p:pic>
        <p:nvPicPr>
          <p:cNvPr id="29" name="Picture Placeholder 28" descr="Dashboard Digital Finance">
            <a:extLst>
              <a:ext uri="{FF2B5EF4-FFF2-40B4-BE49-F238E27FC236}">
                <a16:creationId xmlns:a16="http://schemas.microsoft.com/office/drawing/2014/main" id="{5924239E-C490-438F-B9C9-111D931D0846}"/>
              </a:ext>
            </a:extLst>
          </p:cNvPr>
          <p:cNvPicPr>
            <a:picLocks noGrp="1" noChangeAspect="1"/>
          </p:cNvPicPr>
          <p:nvPr>
            <p:ph type="pic" sz="quarter" idx="13"/>
          </p:nvPr>
        </p:nvPicPr>
        <p:blipFill rotWithShape="1">
          <a:blip r:embed="rId4">
            <a:extLst>
              <a:ext uri="{28A0092B-C50C-407E-A947-70E740481C1C}">
                <a14:useLocalDpi xmlns:a14="http://schemas.microsoft.com/office/drawing/2010/main" val="0"/>
              </a:ext>
            </a:extLst>
          </a:blip>
          <a:srcRect/>
          <a:stretch/>
        </p:blipFill>
        <p:spPr>
          <a:xfrm>
            <a:off x="8194348" y="1085431"/>
            <a:ext cx="3997652" cy="5037857"/>
          </a:xfrm>
        </p:spPr>
      </p:pic>
      <p:sp>
        <p:nvSpPr>
          <p:cNvPr id="23" name="Footer Placeholder 22">
            <a:extLst>
              <a:ext uri="{FF2B5EF4-FFF2-40B4-BE49-F238E27FC236}">
                <a16:creationId xmlns:a16="http://schemas.microsoft.com/office/drawing/2014/main" id="{C50BB1C4-223C-42B9-AF6A-F40E305B1A0E}"/>
              </a:ext>
            </a:extLst>
          </p:cNvPr>
          <p:cNvSpPr>
            <a:spLocks noGrp="1"/>
          </p:cNvSpPr>
          <p:nvPr>
            <p:ph type="ftr" sz="quarter" idx="11"/>
          </p:nvPr>
        </p:nvSpPr>
        <p:spPr>
          <a:xfrm>
            <a:off x="787178" y="6309360"/>
            <a:ext cx="6623040" cy="457200"/>
          </a:xfrm>
        </p:spPr>
        <p:txBody>
          <a:bodyPr rtlCol="0"/>
          <a:lstStyle/>
          <a:p>
            <a:pPr algn="l" rtl="0"/>
            <a:r>
              <a:rPr lang="en-GB" dirty="0"/>
              <a:t>PBT Group – Data Specialists</a:t>
            </a:r>
          </a:p>
        </p:txBody>
      </p:sp>
      <p:sp>
        <p:nvSpPr>
          <p:cNvPr id="21" name="Date Placeholder 20">
            <a:extLst>
              <a:ext uri="{FF2B5EF4-FFF2-40B4-BE49-F238E27FC236}">
                <a16:creationId xmlns:a16="http://schemas.microsoft.com/office/drawing/2014/main" id="{9DE3C7A9-21F2-4569-A617-6303685EAA30}"/>
              </a:ext>
            </a:extLst>
          </p:cNvPr>
          <p:cNvSpPr>
            <a:spLocks noGrp="1"/>
          </p:cNvSpPr>
          <p:nvPr>
            <p:ph type="dt" sz="half" idx="10"/>
          </p:nvPr>
        </p:nvSpPr>
        <p:spPr>
          <a:xfrm>
            <a:off x="8379537" y="6309360"/>
            <a:ext cx="1885598" cy="457200"/>
          </a:xfrm>
        </p:spPr>
        <p:txBody>
          <a:bodyPr rtlCol="0"/>
          <a:lstStyle/>
          <a:p>
            <a:pPr rtl="0"/>
            <a:r>
              <a:rPr lang="en-GB" dirty="0"/>
              <a:t>01/12/2025</a:t>
            </a:r>
          </a:p>
        </p:txBody>
      </p:sp>
      <p:sp>
        <p:nvSpPr>
          <p:cNvPr id="24" name="Slide Number Placeholder 23">
            <a:extLst>
              <a:ext uri="{FF2B5EF4-FFF2-40B4-BE49-F238E27FC236}">
                <a16:creationId xmlns:a16="http://schemas.microsoft.com/office/drawing/2014/main" id="{29B547D4-09F9-49AB-B5C7-2EDDB233C78D}"/>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pPr rtl="0"/>
              <a:t>5</a:t>
            </a:fld>
            <a:endParaRPr lang="en-GB" dirty="0"/>
          </a:p>
        </p:txBody>
      </p:sp>
      <p:pic>
        <p:nvPicPr>
          <p:cNvPr id="7" name="Picture 6" descr="A diagram of a document&#10;&#10;Description automatically generated">
            <a:extLst>
              <a:ext uri="{FF2B5EF4-FFF2-40B4-BE49-F238E27FC236}">
                <a16:creationId xmlns:a16="http://schemas.microsoft.com/office/drawing/2014/main" id="{8817A3D5-8DCF-AA8A-2C6C-F7B846E1E23F}"/>
              </a:ext>
            </a:extLst>
          </p:cNvPr>
          <p:cNvPicPr>
            <a:picLocks noChangeAspect="1"/>
          </p:cNvPicPr>
          <p:nvPr/>
        </p:nvPicPr>
        <p:blipFill>
          <a:blip r:embed="rId5"/>
          <a:stretch>
            <a:fillRect/>
          </a:stretch>
        </p:blipFill>
        <p:spPr>
          <a:xfrm>
            <a:off x="488513" y="3802858"/>
            <a:ext cx="4875847" cy="2215451"/>
          </a:xfrm>
          <a:prstGeom prst="rect">
            <a:avLst/>
          </a:prstGeom>
        </p:spPr>
      </p:pic>
    </p:spTree>
    <p:extLst>
      <p:ext uri="{BB962C8B-B14F-4D97-AF65-F5344CB8AC3E}">
        <p14:creationId xmlns:p14="http://schemas.microsoft.com/office/powerpoint/2010/main" val="2148686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0" y="1085431"/>
            <a:ext cx="8194348" cy="791861"/>
          </a:xfrm>
        </p:spPr>
        <p:txBody>
          <a:bodyPr rtlCol="0">
            <a:noAutofit/>
          </a:bodyPr>
          <a:lstStyle/>
          <a:p>
            <a:pPr rtl="0"/>
            <a:r>
              <a:rPr lang="en-GB" sz="2400" dirty="0"/>
              <a:t>Master Record Logic</a:t>
            </a:r>
          </a:p>
        </p:txBody>
      </p:sp>
      <p:pic>
        <p:nvPicPr>
          <p:cNvPr id="3" name="Content Placeholder 2" descr="A diagram of a flowchart&#10;&#10;Description automatically generated">
            <a:extLst>
              <a:ext uri="{FF2B5EF4-FFF2-40B4-BE49-F238E27FC236}">
                <a16:creationId xmlns:a16="http://schemas.microsoft.com/office/drawing/2014/main" id="{6D38B958-63F0-AA25-BFCB-ABFED03A79B3}"/>
              </a:ext>
            </a:extLst>
          </p:cNvPr>
          <p:cNvPicPr>
            <a:picLocks noGrp="1" noChangeAspect="1"/>
          </p:cNvPicPr>
          <p:nvPr>
            <p:ph idx="1"/>
          </p:nvPr>
        </p:nvPicPr>
        <p:blipFill>
          <a:blip r:embed="rId3"/>
          <a:stretch>
            <a:fillRect/>
          </a:stretch>
        </p:blipFill>
        <p:spPr>
          <a:xfrm>
            <a:off x="686133" y="1877292"/>
            <a:ext cx="6623040" cy="4186238"/>
          </a:xfrm>
        </p:spPr>
      </p:pic>
      <p:pic>
        <p:nvPicPr>
          <p:cNvPr id="29" name="Picture Placeholder 28" descr="Dashboard Digital Finance">
            <a:extLst>
              <a:ext uri="{FF2B5EF4-FFF2-40B4-BE49-F238E27FC236}">
                <a16:creationId xmlns:a16="http://schemas.microsoft.com/office/drawing/2014/main" id="{5924239E-C490-438F-B9C9-111D931D0846}"/>
              </a:ext>
            </a:extLst>
          </p:cNvPr>
          <p:cNvPicPr>
            <a:picLocks noGrp="1" noChangeAspect="1"/>
          </p:cNvPicPr>
          <p:nvPr>
            <p:ph type="pic" sz="quarter" idx="13"/>
          </p:nvPr>
        </p:nvPicPr>
        <p:blipFill rotWithShape="1">
          <a:blip r:embed="rId4">
            <a:extLst>
              <a:ext uri="{28A0092B-C50C-407E-A947-70E740481C1C}">
                <a14:useLocalDpi xmlns:a14="http://schemas.microsoft.com/office/drawing/2010/main" val="0"/>
              </a:ext>
            </a:extLst>
          </a:blip>
          <a:srcRect/>
          <a:stretch/>
        </p:blipFill>
        <p:spPr>
          <a:xfrm>
            <a:off x="8194348" y="1085431"/>
            <a:ext cx="3997652" cy="5037857"/>
          </a:xfrm>
        </p:spPr>
      </p:pic>
      <p:sp>
        <p:nvSpPr>
          <p:cNvPr id="23" name="Footer Placeholder 22">
            <a:extLst>
              <a:ext uri="{FF2B5EF4-FFF2-40B4-BE49-F238E27FC236}">
                <a16:creationId xmlns:a16="http://schemas.microsoft.com/office/drawing/2014/main" id="{C50BB1C4-223C-42B9-AF6A-F40E305B1A0E}"/>
              </a:ext>
            </a:extLst>
          </p:cNvPr>
          <p:cNvSpPr>
            <a:spLocks noGrp="1"/>
          </p:cNvSpPr>
          <p:nvPr>
            <p:ph type="ftr" sz="quarter" idx="11"/>
          </p:nvPr>
        </p:nvSpPr>
        <p:spPr>
          <a:xfrm>
            <a:off x="787178" y="6309360"/>
            <a:ext cx="6623040" cy="457200"/>
          </a:xfrm>
        </p:spPr>
        <p:txBody>
          <a:bodyPr rtlCol="0"/>
          <a:lstStyle/>
          <a:p>
            <a:pPr algn="l" rtl="0"/>
            <a:r>
              <a:rPr lang="en-GB" dirty="0"/>
              <a:t>PBT Group – Data Specialists</a:t>
            </a:r>
          </a:p>
        </p:txBody>
      </p:sp>
      <p:sp>
        <p:nvSpPr>
          <p:cNvPr id="21" name="Date Placeholder 20">
            <a:extLst>
              <a:ext uri="{FF2B5EF4-FFF2-40B4-BE49-F238E27FC236}">
                <a16:creationId xmlns:a16="http://schemas.microsoft.com/office/drawing/2014/main" id="{9DE3C7A9-21F2-4569-A617-6303685EAA30}"/>
              </a:ext>
            </a:extLst>
          </p:cNvPr>
          <p:cNvSpPr>
            <a:spLocks noGrp="1"/>
          </p:cNvSpPr>
          <p:nvPr>
            <p:ph type="dt" sz="half" idx="10"/>
          </p:nvPr>
        </p:nvSpPr>
        <p:spPr>
          <a:xfrm>
            <a:off x="8379537" y="6309360"/>
            <a:ext cx="1885598" cy="457200"/>
          </a:xfrm>
        </p:spPr>
        <p:txBody>
          <a:bodyPr rtlCol="0"/>
          <a:lstStyle/>
          <a:p>
            <a:pPr rtl="0"/>
            <a:r>
              <a:rPr lang="en-GB"/>
              <a:t>01/12/2025</a:t>
            </a:r>
            <a:endParaRPr lang="en-GB" dirty="0"/>
          </a:p>
        </p:txBody>
      </p:sp>
      <p:sp>
        <p:nvSpPr>
          <p:cNvPr id="24" name="Slide Number Placeholder 23">
            <a:extLst>
              <a:ext uri="{FF2B5EF4-FFF2-40B4-BE49-F238E27FC236}">
                <a16:creationId xmlns:a16="http://schemas.microsoft.com/office/drawing/2014/main" id="{29B547D4-09F9-49AB-B5C7-2EDDB233C78D}"/>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pPr rtl="0"/>
              <a:t>6</a:t>
            </a:fld>
            <a:endParaRPr lang="en-GB" dirty="0"/>
          </a:p>
        </p:txBody>
      </p:sp>
    </p:spTree>
    <p:extLst>
      <p:ext uri="{BB962C8B-B14F-4D97-AF65-F5344CB8AC3E}">
        <p14:creationId xmlns:p14="http://schemas.microsoft.com/office/powerpoint/2010/main" val="2449389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0" y="1085431"/>
            <a:ext cx="8194348" cy="791861"/>
          </a:xfrm>
        </p:spPr>
        <p:txBody>
          <a:bodyPr rtlCol="0">
            <a:noAutofit/>
          </a:bodyPr>
          <a:lstStyle/>
          <a:p>
            <a:pPr rtl="0"/>
            <a:r>
              <a:rPr lang="en-GB" sz="2400" dirty="0"/>
              <a:t>Optimizing qualifying subscriber calculation</a:t>
            </a:r>
          </a:p>
        </p:txBody>
      </p:sp>
      <p:pic>
        <p:nvPicPr>
          <p:cNvPr id="3" name="Content Placeholder 2">
            <a:extLst>
              <a:ext uri="{FF2B5EF4-FFF2-40B4-BE49-F238E27FC236}">
                <a16:creationId xmlns:a16="http://schemas.microsoft.com/office/drawing/2014/main" id="{B0590E71-3118-F3E7-2360-472F52A88000}"/>
              </a:ext>
            </a:extLst>
          </p:cNvPr>
          <p:cNvPicPr>
            <a:picLocks noGrp="1" noChangeAspect="1"/>
          </p:cNvPicPr>
          <p:nvPr>
            <p:ph idx="1"/>
          </p:nvPr>
        </p:nvPicPr>
        <p:blipFill>
          <a:blip r:embed="rId3"/>
          <a:stretch>
            <a:fillRect/>
          </a:stretch>
        </p:blipFill>
        <p:spPr>
          <a:xfrm>
            <a:off x="138743" y="3217588"/>
            <a:ext cx="7916862" cy="773541"/>
          </a:xfrm>
        </p:spPr>
      </p:pic>
      <p:pic>
        <p:nvPicPr>
          <p:cNvPr id="29" name="Picture Placeholder 28" descr="Dashboard Digital Finance">
            <a:extLst>
              <a:ext uri="{FF2B5EF4-FFF2-40B4-BE49-F238E27FC236}">
                <a16:creationId xmlns:a16="http://schemas.microsoft.com/office/drawing/2014/main" id="{5924239E-C490-438F-B9C9-111D931D0846}"/>
              </a:ext>
            </a:extLst>
          </p:cNvPr>
          <p:cNvPicPr>
            <a:picLocks noGrp="1" noChangeAspect="1"/>
          </p:cNvPicPr>
          <p:nvPr>
            <p:ph type="pic" sz="quarter" idx="13"/>
          </p:nvPr>
        </p:nvPicPr>
        <p:blipFill rotWithShape="1">
          <a:blip r:embed="rId4">
            <a:extLst>
              <a:ext uri="{28A0092B-C50C-407E-A947-70E740481C1C}">
                <a14:useLocalDpi xmlns:a14="http://schemas.microsoft.com/office/drawing/2010/main" val="0"/>
              </a:ext>
            </a:extLst>
          </a:blip>
          <a:srcRect/>
          <a:stretch/>
        </p:blipFill>
        <p:spPr>
          <a:xfrm>
            <a:off x="8194348" y="1085431"/>
            <a:ext cx="3997652" cy="5037857"/>
          </a:xfrm>
        </p:spPr>
      </p:pic>
      <p:sp>
        <p:nvSpPr>
          <p:cNvPr id="23" name="Footer Placeholder 22">
            <a:extLst>
              <a:ext uri="{FF2B5EF4-FFF2-40B4-BE49-F238E27FC236}">
                <a16:creationId xmlns:a16="http://schemas.microsoft.com/office/drawing/2014/main" id="{C50BB1C4-223C-42B9-AF6A-F40E305B1A0E}"/>
              </a:ext>
            </a:extLst>
          </p:cNvPr>
          <p:cNvSpPr>
            <a:spLocks noGrp="1"/>
          </p:cNvSpPr>
          <p:nvPr>
            <p:ph type="ftr" sz="quarter" idx="11"/>
          </p:nvPr>
        </p:nvSpPr>
        <p:spPr>
          <a:xfrm>
            <a:off x="787178" y="6309360"/>
            <a:ext cx="6623040" cy="457200"/>
          </a:xfrm>
        </p:spPr>
        <p:txBody>
          <a:bodyPr rtlCol="0"/>
          <a:lstStyle/>
          <a:p>
            <a:pPr algn="l" rtl="0"/>
            <a:r>
              <a:rPr lang="en-GB" dirty="0"/>
              <a:t>PBT Group – Data Specialists</a:t>
            </a:r>
          </a:p>
        </p:txBody>
      </p:sp>
      <p:sp>
        <p:nvSpPr>
          <p:cNvPr id="21" name="Date Placeholder 20">
            <a:extLst>
              <a:ext uri="{FF2B5EF4-FFF2-40B4-BE49-F238E27FC236}">
                <a16:creationId xmlns:a16="http://schemas.microsoft.com/office/drawing/2014/main" id="{9DE3C7A9-21F2-4569-A617-6303685EAA30}"/>
              </a:ext>
            </a:extLst>
          </p:cNvPr>
          <p:cNvSpPr>
            <a:spLocks noGrp="1"/>
          </p:cNvSpPr>
          <p:nvPr>
            <p:ph type="dt" sz="half" idx="10"/>
          </p:nvPr>
        </p:nvSpPr>
        <p:spPr>
          <a:xfrm>
            <a:off x="8379537" y="6309360"/>
            <a:ext cx="1885598" cy="457200"/>
          </a:xfrm>
        </p:spPr>
        <p:txBody>
          <a:bodyPr rtlCol="0"/>
          <a:lstStyle/>
          <a:p>
            <a:pPr rtl="0"/>
            <a:r>
              <a:rPr lang="en-GB"/>
              <a:t>01/12/2025</a:t>
            </a:r>
            <a:endParaRPr lang="en-GB" dirty="0"/>
          </a:p>
        </p:txBody>
      </p:sp>
      <p:sp>
        <p:nvSpPr>
          <p:cNvPr id="24" name="Slide Number Placeholder 23">
            <a:extLst>
              <a:ext uri="{FF2B5EF4-FFF2-40B4-BE49-F238E27FC236}">
                <a16:creationId xmlns:a16="http://schemas.microsoft.com/office/drawing/2014/main" id="{29B547D4-09F9-49AB-B5C7-2EDDB233C78D}"/>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pPr rtl="0"/>
              <a:t>7</a:t>
            </a:fld>
            <a:endParaRPr lang="en-GB" dirty="0"/>
          </a:p>
        </p:txBody>
      </p:sp>
      <p:sp>
        <p:nvSpPr>
          <p:cNvPr id="2" name="TextBox 1">
            <a:extLst>
              <a:ext uri="{FF2B5EF4-FFF2-40B4-BE49-F238E27FC236}">
                <a16:creationId xmlns:a16="http://schemas.microsoft.com/office/drawing/2014/main" id="{E388733A-F584-DDC8-6865-FEF03FDD6EF7}"/>
              </a:ext>
            </a:extLst>
          </p:cNvPr>
          <p:cNvSpPr txBox="1"/>
          <p:nvPr/>
        </p:nvSpPr>
        <p:spPr>
          <a:xfrm>
            <a:off x="4347148" y="3063699"/>
            <a:ext cx="1571264" cy="307777"/>
          </a:xfrm>
          <a:prstGeom prst="rect">
            <a:avLst/>
          </a:prstGeom>
          <a:noFill/>
        </p:spPr>
        <p:txBody>
          <a:bodyPr wrap="none" rtlCol="0">
            <a:spAutoFit/>
          </a:bodyPr>
          <a:lstStyle/>
          <a:p>
            <a:r>
              <a:rPr lang="en-US" sz="1400" dirty="0"/>
              <a:t>Revenue&gt;=R30</a:t>
            </a:r>
          </a:p>
        </p:txBody>
      </p:sp>
    </p:spTree>
    <p:extLst>
      <p:ext uri="{BB962C8B-B14F-4D97-AF65-F5344CB8AC3E}">
        <p14:creationId xmlns:p14="http://schemas.microsoft.com/office/powerpoint/2010/main" val="3013362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B28E2-02C6-161C-95F5-4646357A29B9}"/>
              </a:ext>
            </a:extLst>
          </p:cNvPr>
          <p:cNvSpPr>
            <a:spLocks noGrp="1"/>
          </p:cNvSpPr>
          <p:nvPr>
            <p:ph type="title"/>
          </p:nvPr>
        </p:nvSpPr>
        <p:spPr/>
        <p:txBody>
          <a:bodyPr/>
          <a:lstStyle/>
          <a:p>
            <a:r>
              <a:rPr lang="en-US" dirty="0"/>
              <a:t>Weekly Report Generated</a:t>
            </a:r>
          </a:p>
        </p:txBody>
      </p:sp>
      <p:sp>
        <p:nvSpPr>
          <p:cNvPr id="3" name="Footer Placeholder 2">
            <a:extLst>
              <a:ext uri="{FF2B5EF4-FFF2-40B4-BE49-F238E27FC236}">
                <a16:creationId xmlns:a16="http://schemas.microsoft.com/office/drawing/2014/main" id="{FB39DF8D-9D52-8EBD-A3D4-F1A8CD69F895}"/>
              </a:ext>
            </a:extLst>
          </p:cNvPr>
          <p:cNvSpPr>
            <a:spLocks noGrp="1"/>
          </p:cNvSpPr>
          <p:nvPr>
            <p:ph type="ftr" sz="quarter" idx="11"/>
          </p:nvPr>
        </p:nvSpPr>
        <p:spPr/>
        <p:txBody>
          <a:bodyPr/>
          <a:lstStyle/>
          <a:p>
            <a:pPr rtl="0"/>
            <a:r>
              <a:rPr lang="en-GB" dirty="0"/>
              <a:t>PBT Group – Data Specialists</a:t>
            </a:r>
          </a:p>
        </p:txBody>
      </p:sp>
      <p:sp>
        <p:nvSpPr>
          <p:cNvPr id="4" name="Date Placeholder 3">
            <a:extLst>
              <a:ext uri="{FF2B5EF4-FFF2-40B4-BE49-F238E27FC236}">
                <a16:creationId xmlns:a16="http://schemas.microsoft.com/office/drawing/2014/main" id="{657A6746-B913-46CA-B919-CEE941B5294E}"/>
              </a:ext>
            </a:extLst>
          </p:cNvPr>
          <p:cNvSpPr>
            <a:spLocks noGrp="1"/>
          </p:cNvSpPr>
          <p:nvPr>
            <p:ph type="dt" sz="half" idx="10"/>
          </p:nvPr>
        </p:nvSpPr>
        <p:spPr/>
        <p:txBody>
          <a:bodyPr/>
          <a:lstStyle/>
          <a:p>
            <a:pPr rtl="0"/>
            <a:r>
              <a:rPr lang="en-GB" dirty="0"/>
              <a:t>01/12/2025</a:t>
            </a:r>
          </a:p>
        </p:txBody>
      </p:sp>
      <p:sp>
        <p:nvSpPr>
          <p:cNvPr id="5" name="Slide Number Placeholder 4">
            <a:extLst>
              <a:ext uri="{FF2B5EF4-FFF2-40B4-BE49-F238E27FC236}">
                <a16:creationId xmlns:a16="http://schemas.microsoft.com/office/drawing/2014/main" id="{1EFC4FF8-3C0D-F034-DC8E-F34C871E72F5}"/>
              </a:ext>
            </a:extLst>
          </p:cNvPr>
          <p:cNvSpPr>
            <a:spLocks noGrp="1"/>
          </p:cNvSpPr>
          <p:nvPr>
            <p:ph type="sldNum" sz="quarter" idx="12"/>
          </p:nvPr>
        </p:nvSpPr>
        <p:spPr/>
        <p:txBody>
          <a:bodyPr/>
          <a:lstStyle/>
          <a:p>
            <a:pPr rtl="0"/>
            <a:fld id="{FAEF9944-A4F6-4C59-AEBD-678D6480B8EA}" type="slidenum">
              <a:rPr lang="en-GB" smtClean="0"/>
              <a:t>8</a:t>
            </a:fld>
            <a:endParaRPr lang="en-GB" dirty="0"/>
          </a:p>
        </p:txBody>
      </p:sp>
      <p:pic>
        <p:nvPicPr>
          <p:cNvPr id="9" name="Picture 8" descr="A screenshot of a spreadsheet&#10;&#10;Description automatically generated">
            <a:extLst>
              <a:ext uri="{FF2B5EF4-FFF2-40B4-BE49-F238E27FC236}">
                <a16:creationId xmlns:a16="http://schemas.microsoft.com/office/drawing/2014/main" id="{BC381C0B-FC59-4191-2D39-39A8DEF7F2E6}"/>
              </a:ext>
            </a:extLst>
          </p:cNvPr>
          <p:cNvPicPr>
            <a:picLocks noChangeAspect="1"/>
          </p:cNvPicPr>
          <p:nvPr/>
        </p:nvPicPr>
        <p:blipFill>
          <a:blip r:embed="rId3"/>
          <a:stretch>
            <a:fillRect/>
          </a:stretch>
        </p:blipFill>
        <p:spPr>
          <a:xfrm>
            <a:off x="1840992" y="2353057"/>
            <a:ext cx="9357276" cy="3956303"/>
          </a:xfrm>
          <a:prstGeom prst="rect">
            <a:avLst/>
          </a:prstGeom>
        </p:spPr>
      </p:pic>
    </p:spTree>
    <p:extLst>
      <p:ext uri="{BB962C8B-B14F-4D97-AF65-F5344CB8AC3E}">
        <p14:creationId xmlns:p14="http://schemas.microsoft.com/office/powerpoint/2010/main" val="4081818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B28E2-02C6-161C-95F5-4646357A29B9}"/>
              </a:ext>
            </a:extLst>
          </p:cNvPr>
          <p:cNvSpPr>
            <a:spLocks noGrp="1"/>
          </p:cNvSpPr>
          <p:nvPr>
            <p:ph type="title"/>
          </p:nvPr>
        </p:nvSpPr>
        <p:spPr/>
        <p:txBody>
          <a:bodyPr/>
          <a:lstStyle/>
          <a:p>
            <a:r>
              <a:rPr lang="en-US" dirty="0"/>
              <a:t>Visualizations generated</a:t>
            </a:r>
          </a:p>
        </p:txBody>
      </p:sp>
      <p:sp>
        <p:nvSpPr>
          <p:cNvPr id="3" name="Footer Placeholder 2">
            <a:extLst>
              <a:ext uri="{FF2B5EF4-FFF2-40B4-BE49-F238E27FC236}">
                <a16:creationId xmlns:a16="http://schemas.microsoft.com/office/drawing/2014/main" id="{FB39DF8D-9D52-8EBD-A3D4-F1A8CD69F895}"/>
              </a:ext>
            </a:extLst>
          </p:cNvPr>
          <p:cNvSpPr>
            <a:spLocks noGrp="1"/>
          </p:cNvSpPr>
          <p:nvPr>
            <p:ph type="ftr" sz="quarter" idx="11"/>
          </p:nvPr>
        </p:nvSpPr>
        <p:spPr/>
        <p:txBody>
          <a:bodyPr/>
          <a:lstStyle/>
          <a:p>
            <a:pPr rtl="0"/>
            <a:r>
              <a:rPr lang="en-GB" dirty="0"/>
              <a:t>PBT Group – Data Specialists</a:t>
            </a:r>
          </a:p>
        </p:txBody>
      </p:sp>
      <p:sp>
        <p:nvSpPr>
          <p:cNvPr id="4" name="Date Placeholder 3">
            <a:extLst>
              <a:ext uri="{FF2B5EF4-FFF2-40B4-BE49-F238E27FC236}">
                <a16:creationId xmlns:a16="http://schemas.microsoft.com/office/drawing/2014/main" id="{657A6746-B913-46CA-B919-CEE941B5294E}"/>
              </a:ext>
            </a:extLst>
          </p:cNvPr>
          <p:cNvSpPr>
            <a:spLocks noGrp="1"/>
          </p:cNvSpPr>
          <p:nvPr>
            <p:ph type="dt" sz="half" idx="10"/>
          </p:nvPr>
        </p:nvSpPr>
        <p:spPr/>
        <p:txBody>
          <a:bodyPr/>
          <a:lstStyle/>
          <a:p>
            <a:pPr rtl="0"/>
            <a:r>
              <a:rPr lang="en-GB" dirty="0"/>
              <a:t>01/12/2025</a:t>
            </a:r>
          </a:p>
        </p:txBody>
      </p:sp>
      <p:sp>
        <p:nvSpPr>
          <p:cNvPr id="5" name="Slide Number Placeholder 4">
            <a:extLst>
              <a:ext uri="{FF2B5EF4-FFF2-40B4-BE49-F238E27FC236}">
                <a16:creationId xmlns:a16="http://schemas.microsoft.com/office/drawing/2014/main" id="{1EFC4FF8-3C0D-F034-DC8E-F34C871E72F5}"/>
              </a:ext>
            </a:extLst>
          </p:cNvPr>
          <p:cNvSpPr>
            <a:spLocks noGrp="1"/>
          </p:cNvSpPr>
          <p:nvPr>
            <p:ph type="sldNum" sz="quarter" idx="12"/>
          </p:nvPr>
        </p:nvSpPr>
        <p:spPr/>
        <p:txBody>
          <a:bodyPr/>
          <a:lstStyle/>
          <a:p>
            <a:pPr rtl="0"/>
            <a:fld id="{FAEF9944-A4F6-4C59-AEBD-678D6480B8EA}" type="slidenum">
              <a:rPr lang="en-GB" smtClean="0"/>
              <a:t>9</a:t>
            </a:fld>
            <a:endParaRPr lang="en-GB" dirty="0"/>
          </a:p>
        </p:txBody>
      </p:sp>
      <p:pic>
        <p:nvPicPr>
          <p:cNvPr id="7" name="Picture 6" descr="A screenshot of a spreadsheet&#10;&#10;Description automatically generated">
            <a:extLst>
              <a:ext uri="{FF2B5EF4-FFF2-40B4-BE49-F238E27FC236}">
                <a16:creationId xmlns:a16="http://schemas.microsoft.com/office/drawing/2014/main" id="{C1BF6102-7C88-0AA4-AB25-3FAC0E9696C0}"/>
              </a:ext>
            </a:extLst>
          </p:cNvPr>
          <p:cNvPicPr>
            <a:picLocks noChangeAspect="1"/>
          </p:cNvPicPr>
          <p:nvPr/>
        </p:nvPicPr>
        <p:blipFill>
          <a:blip r:embed="rId3"/>
          <a:stretch>
            <a:fillRect/>
          </a:stretch>
        </p:blipFill>
        <p:spPr>
          <a:xfrm>
            <a:off x="2179529" y="2356678"/>
            <a:ext cx="8389673" cy="3952682"/>
          </a:xfrm>
          <a:prstGeom prst="rect">
            <a:avLst/>
          </a:prstGeom>
        </p:spPr>
      </p:pic>
    </p:spTree>
    <p:extLst>
      <p:ext uri="{BB962C8B-B14F-4D97-AF65-F5344CB8AC3E}">
        <p14:creationId xmlns:p14="http://schemas.microsoft.com/office/powerpoint/2010/main" val="1551811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B28E2-02C6-161C-95F5-4646357A29B9}"/>
              </a:ext>
            </a:extLst>
          </p:cNvPr>
          <p:cNvSpPr>
            <a:spLocks noGrp="1"/>
          </p:cNvSpPr>
          <p:nvPr>
            <p:ph type="title"/>
          </p:nvPr>
        </p:nvSpPr>
        <p:spPr/>
        <p:txBody>
          <a:bodyPr/>
          <a:lstStyle/>
          <a:p>
            <a:r>
              <a:rPr lang="en-US" dirty="0"/>
              <a:t>Visualizations generated</a:t>
            </a:r>
          </a:p>
        </p:txBody>
      </p:sp>
      <p:sp>
        <p:nvSpPr>
          <p:cNvPr id="3" name="Footer Placeholder 2">
            <a:extLst>
              <a:ext uri="{FF2B5EF4-FFF2-40B4-BE49-F238E27FC236}">
                <a16:creationId xmlns:a16="http://schemas.microsoft.com/office/drawing/2014/main" id="{FB39DF8D-9D52-8EBD-A3D4-F1A8CD69F895}"/>
              </a:ext>
            </a:extLst>
          </p:cNvPr>
          <p:cNvSpPr>
            <a:spLocks noGrp="1"/>
          </p:cNvSpPr>
          <p:nvPr>
            <p:ph type="ftr" sz="quarter" idx="11"/>
          </p:nvPr>
        </p:nvSpPr>
        <p:spPr/>
        <p:txBody>
          <a:bodyPr/>
          <a:lstStyle/>
          <a:p>
            <a:pPr rtl="0"/>
            <a:r>
              <a:rPr lang="en-GB" dirty="0"/>
              <a:t>PBT Group – Data Specialists</a:t>
            </a:r>
          </a:p>
        </p:txBody>
      </p:sp>
      <p:sp>
        <p:nvSpPr>
          <p:cNvPr id="4" name="Date Placeholder 3">
            <a:extLst>
              <a:ext uri="{FF2B5EF4-FFF2-40B4-BE49-F238E27FC236}">
                <a16:creationId xmlns:a16="http://schemas.microsoft.com/office/drawing/2014/main" id="{657A6746-B913-46CA-B919-CEE941B5294E}"/>
              </a:ext>
            </a:extLst>
          </p:cNvPr>
          <p:cNvSpPr>
            <a:spLocks noGrp="1"/>
          </p:cNvSpPr>
          <p:nvPr>
            <p:ph type="dt" sz="half" idx="10"/>
          </p:nvPr>
        </p:nvSpPr>
        <p:spPr/>
        <p:txBody>
          <a:bodyPr/>
          <a:lstStyle/>
          <a:p>
            <a:pPr rtl="0"/>
            <a:r>
              <a:rPr lang="en-GB" dirty="0"/>
              <a:t>01/12/2025</a:t>
            </a:r>
          </a:p>
        </p:txBody>
      </p:sp>
      <p:sp>
        <p:nvSpPr>
          <p:cNvPr id="5" name="Slide Number Placeholder 4">
            <a:extLst>
              <a:ext uri="{FF2B5EF4-FFF2-40B4-BE49-F238E27FC236}">
                <a16:creationId xmlns:a16="http://schemas.microsoft.com/office/drawing/2014/main" id="{1EFC4FF8-3C0D-F034-DC8E-F34C871E72F5}"/>
              </a:ext>
            </a:extLst>
          </p:cNvPr>
          <p:cNvSpPr>
            <a:spLocks noGrp="1"/>
          </p:cNvSpPr>
          <p:nvPr>
            <p:ph type="sldNum" sz="quarter" idx="12"/>
          </p:nvPr>
        </p:nvSpPr>
        <p:spPr/>
        <p:txBody>
          <a:bodyPr/>
          <a:lstStyle/>
          <a:p>
            <a:pPr rtl="0"/>
            <a:fld id="{FAEF9944-A4F6-4C59-AEBD-678D6480B8EA}" type="slidenum">
              <a:rPr lang="en-GB" smtClean="0"/>
              <a:t>10</a:t>
            </a:fld>
            <a:endParaRPr lang="en-GB" dirty="0"/>
          </a:p>
        </p:txBody>
      </p:sp>
      <p:pic>
        <p:nvPicPr>
          <p:cNvPr id="8" name="Picture 7" descr="A graph of a bar&#10;&#10;Description automatically generated">
            <a:extLst>
              <a:ext uri="{FF2B5EF4-FFF2-40B4-BE49-F238E27FC236}">
                <a16:creationId xmlns:a16="http://schemas.microsoft.com/office/drawing/2014/main" id="{CFA9BB4B-DA7D-134F-26C5-CE062B26BF8D}"/>
              </a:ext>
            </a:extLst>
          </p:cNvPr>
          <p:cNvPicPr>
            <a:picLocks noChangeAspect="1"/>
          </p:cNvPicPr>
          <p:nvPr/>
        </p:nvPicPr>
        <p:blipFill>
          <a:blip r:embed="rId3"/>
          <a:stretch>
            <a:fillRect/>
          </a:stretch>
        </p:blipFill>
        <p:spPr>
          <a:xfrm>
            <a:off x="1381543" y="2696632"/>
            <a:ext cx="4934869" cy="3354026"/>
          </a:xfrm>
          <a:prstGeom prst="rect">
            <a:avLst/>
          </a:prstGeom>
        </p:spPr>
      </p:pic>
      <p:pic>
        <p:nvPicPr>
          <p:cNvPr id="10" name="Picture 9" descr="A graph with different colored bars&#10;&#10;Description automatically generated">
            <a:extLst>
              <a:ext uri="{FF2B5EF4-FFF2-40B4-BE49-F238E27FC236}">
                <a16:creationId xmlns:a16="http://schemas.microsoft.com/office/drawing/2014/main" id="{903FE642-EBAF-5687-A424-8A9249F53F52}"/>
              </a:ext>
            </a:extLst>
          </p:cNvPr>
          <p:cNvPicPr>
            <a:picLocks noChangeAspect="1"/>
          </p:cNvPicPr>
          <p:nvPr/>
        </p:nvPicPr>
        <p:blipFill>
          <a:blip r:embed="rId4"/>
          <a:stretch>
            <a:fillRect/>
          </a:stretch>
        </p:blipFill>
        <p:spPr>
          <a:xfrm>
            <a:off x="6542225" y="2696632"/>
            <a:ext cx="5272404" cy="3354026"/>
          </a:xfrm>
          <a:prstGeom prst="rect">
            <a:avLst/>
          </a:prstGeom>
        </p:spPr>
      </p:pic>
    </p:spTree>
    <p:extLst>
      <p:ext uri="{BB962C8B-B14F-4D97-AF65-F5344CB8AC3E}">
        <p14:creationId xmlns:p14="http://schemas.microsoft.com/office/powerpoint/2010/main" val="476049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0" y="1085431"/>
            <a:ext cx="8194348" cy="791861"/>
          </a:xfrm>
        </p:spPr>
        <p:txBody>
          <a:bodyPr rtlCol="0">
            <a:noAutofit/>
          </a:bodyPr>
          <a:lstStyle/>
          <a:p>
            <a:pPr rtl="0"/>
            <a:r>
              <a:rPr lang="en-GB" sz="2400" dirty="0"/>
              <a:t>Conclusion and Findings</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idx="1"/>
          </p:nvPr>
        </p:nvSpPr>
        <p:spPr>
          <a:xfrm>
            <a:off x="39264" y="1936299"/>
            <a:ext cx="7916778" cy="4186989"/>
          </a:xfrm>
        </p:spPr>
        <p:txBody>
          <a:bodyPr rtlCol="0">
            <a:normAutofit/>
          </a:bodyPr>
          <a:lstStyle/>
          <a:p>
            <a:pPr marL="342900" indent="-342900" rtl="0">
              <a:buFontTx/>
              <a:buChar char="-"/>
            </a:pPr>
            <a:r>
              <a:rPr lang="en-GB" sz="1800" dirty="0"/>
              <a:t>Ability to monitor qualifying subscribers</a:t>
            </a:r>
          </a:p>
          <a:p>
            <a:pPr marL="342900" indent="-342900" rtl="0">
              <a:buFontTx/>
              <a:buChar char="-"/>
            </a:pPr>
            <a:r>
              <a:rPr lang="en-GB" sz="1800" dirty="0"/>
              <a:t>Fully utilize their campaign budget</a:t>
            </a:r>
          </a:p>
          <a:p>
            <a:pPr marL="342900" indent="-342900" rtl="0">
              <a:buFontTx/>
              <a:buChar char="-"/>
            </a:pPr>
            <a:r>
              <a:rPr lang="en-GB" sz="1800" dirty="0"/>
              <a:t>Maximise ROI on Campaign</a:t>
            </a:r>
          </a:p>
        </p:txBody>
      </p:sp>
      <p:pic>
        <p:nvPicPr>
          <p:cNvPr id="29" name="Picture Placeholder 28" descr="Dashboard Digital Finance">
            <a:extLst>
              <a:ext uri="{FF2B5EF4-FFF2-40B4-BE49-F238E27FC236}">
                <a16:creationId xmlns:a16="http://schemas.microsoft.com/office/drawing/2014/main" id="{5924239E-C490-438F-B9C9-111D931D0846}"/>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8194348" y="1085431"/>
            <a:ext cx="3997652" cy="5037857"/>
          </a:xfrm>
        </p:spPr>
      </p:pic>
      <p:sp>
        <p:nvSpPr>
          <p:cNvPr id="23" name="Footer Placeholder 22">
            <a:extLst>
              <a:ext uri="{FF2B5EF4-FFF2-40B4-BE49-F238E27FC236}">
                <a16:creationId xmlns:a16="http://schemas.microsoft.com/office/drawing/2014/main" id="{C50BB1C4-223C-42B9-AF6A-F40E305B1A0E}"/>
              </a:ext>
            </a:extLst>
          </p:cNvPr>
          <p:cNvSpPr>
            <a:spLocks noGrp="1"/>
          </p:cNvSpPr>
          <p:nvPr>
            <p:ph type="ftr" sz="quarter" idx="11"/>
          </p:nvPr>
        </p:nvSpPr>
        <p:spPr>
          <a:xfrm>
            <a:off x="787178" y="6309360"/>
            <a:ext cx="6623040" cy="457200"/>
          </a:xfrm>
        </p:spPr>
        <p:txBody>
          <a:bodyPr rtlCol="0"/>
          <a:lstStyle/>
          <a:p>
            <a:pPr algn="l" rtl="0"/>
            <a:r>
              <a:rPr lang="en-GB" dirty="0"/>
              <a:t>PBT Group – Data Specialists</a:t>
            </a:r>
          </a:p>
        </p:txBody>
      </p:sp>
      <p:sp>
        <p:nvSpPr>
          <p:cNvPr id="21" name="Date Placeholder 20">
            <a:extLst>
              <a:ext uri="{FF2B5EF4-FFF2-40B4-BE49-F238E27FC236}">
                <a16:creationId xmlns:a16="http://schemas.microsoft.com/office/drawing/2014/main" id="{9DE3C7A9-21F2-4569-A617-6303685EAA30}"/>
              </a:ext>
            </a:extLst>
          </p:cNvPr>
          <p:cNvSpPr>
            <a:spLocks noGrp="1"/>
          </p:cNvSpPr>
          <p:nvPr>
            <p:ph type="dt" sz="half" idx="10"/>
          </p:nvPr>
        </p:nvSpPr>
        <p:spPr>
          <a:xfrm>
            <a:off x="8379537" y="6309360"/>
            <a:ext cx="1885598" cy="457200"/>
          </a:xfrm>
        </p:spPr>
        <p:txBody>
          <a:bodyPr rtlCol="0"/>
          <a:lstStyle/>
          <a:p>
            <a:pPr rtl="0"/>
            <a:r>
              <a:rPr lang="en-GB"/>
              <a:t>01/12/2025</a:t>
            </a:r>
            <a:endParaRPr lang="en-GB" dirty="0"/>
          </a:p>
        </p:txBody>
      </p:sp>
      <p:sp>
        <p:nvSpPr>
          <p:cNvPr id="24" name="Slide Number Placeholder 23">
            <a:extLst>
              <a:ext uri="{FF2B5EF4-FFF2-40B4-BE49-F238E27FC236}">
                <a16:creationId xmlns:a16="http://schemas.microsoft.com/office/drawing/2014/main" id="{29B547D4-09F9-49AB-B5C7-2EDDB233C78D}"/>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pPr rtl="0"/>
              <a:t>11</a:t>
            </a:fld>
            <a:endParaRPr lang="en-GB" dirty="0"/>
          </a:p>
        </p:txBody>
      </p:sp>
    </p:spTree>
    <p:extLst>
      <p:ext uri="{BB962C8B-B14F-4D97-AF65-F5344CB8AC3E}">
        <p14:creationId xmlns:p14="http://schemas.microsoft.com/office/powerpoint/2010/main" val="262228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4081DB-1923-4878-AB15-AD54F35A1DC7}"/>
              </a:ext>
            </a:extLst>
          </p:cNvPr>
          <p:cNvSpPr>
            <a:spLocks noGrp="1"/>
          </p:cNvSpPr>
          <p:nvPr>
            <p:ph type="title"/>
          </p:nvPr>
        </p:nvSpPr>
        <p:spPr>
          <a:xfrm>
            <a:off x="1434622" y="1138041"/>
            <a:ext cx="4862811" cy="2019488"/>
          </a:xfrm>
        </p:spPr>
        <p:txBody>
          <a:bodyPr rtlCol="0"/>
          <a:lstStyle/>
          <a:p>
            <a:pPr rtl="0"/>
            <a:r>
              <a:rPr lang="en-GB" sz="4000" dirty="0"/>
              <a:t>THANK YOU</a:t>
            </a:r>
            <a:br>
              <a:rPr lang="en-GB" dirty="0"/>
            </a:br>
            <a:br>
              <a:rPr lang="en-GB" dirty="0"/>
            </a:br>
            <a:r>
              <a:rPr lang="en-GB" sz="1800" dirty="0"/>
              <a:t>Questions?</a:t>
            </a:r>
          </a:p>
        </p:txBody>
      </p:sp>
      <p:pic>
        <p:nvPicPr>
          <p:cNvPr id="30" name="Picture Placeholder 29" descr="Office Stairs, hanging lights">
            <a:extLst>
              <a:ext uri="{FF2B5EF4-FFF2-40B4-BE49-F238E27FC236}">
                <a16:creationId xmlns:a16="http://schemas.microsoft.com/office/drawing/2014/main" id="{C1CA27C7-F47D-4606-AAE8-32BD4D06983A}"/>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1067712" y="3461002"/>
            <a:ext cx="5728215" cy="3396997"/>
          </a:xfrm>
        </p:spPr>
      </p:pic>
      <p:sp>
        <p:nvSpPr>
          <p:cNvPr id="5" name="Content Placeholder 4">
            <a:extLst>
              <a:ext uri="{FF2B5EF4-FFF2-40B4-BE49-F238E27FC236}">
                <a16:creationId xmlns:a16="http://schemas.microsoft.com/office/drawing/2014/main" id="{5755816F-F516-477A-8EF2-D8CA20267590}"/>
              </a:ext>
            </a:extLst>
          </p:cNvPr>
          <p:cNvSpPr>
            <a:spLocks noGrp="1"/>
          </p:cNvSpPr>
          <p:nvPr>
            <p:ph idx="1"/>
          </p:nvPr>
        </p:nvSpPr>
        <p:spPr>
          <a:xfrm>
            <a:off x="7386762" y="3928342"/>
            <a:ext cx="4162319" cy="2285000"/>
          </a:xfrm>
        </p:spPr>
        <p:txBody>
          <a:bodyPr rtlCol="0">
            <a:normAutofit/>
          </a:bodyPr>
          <a:lstStyle/>
          <a:p>
            <a:pPr rtl="0"/>
            <a:r>
              <a:rPr lang="en-GB" dirty="0"/>
              <a:t>Ethan Roelf</a:t>
            </a:r>
          </a:p>
          <a:p>
            <a:pPr rtl="0"/>
            <a:r>
              <a:rPr lang="en-GB" sz="1800" dirty="0"/>
              <a:t>Data Engineer</a:t>
            </a:r>
          </a:p>
          <a:p>
            <a:pPr rtl="0"/>
            <a:r>
              <a:rPr lang="en-GB" sz="1800" dirty="0"/>
              <a:t>PBT Group</a:t>
            </a:r>
          </a:p>
          <a:p>
            <a:pPr rtl="0"/>
            <a:endParaRPr lang="en-GB" dirty="0"/>
          </a:p>
        </p:txBody>
      </p:sp>
      <p:sp>
        <p:nvSpPr>
          <p:cNvPr id="34" name="Footer Placeholder 33">
            <a:extLst>
              <a:ext uri="{FF2B5EF4-FFF2-40B4-BE49-F238E27FC236}">
                <a16:creationId xmlns:a16="http://schemas.microsoft.com/office/drawing/2014/main" id="{263FD36A-B869-46D7-A4E1-FAA91F31D1C3}"/>
              </a:ext>
            </a:extLst>
          </p:cNvPr>
          <p:cNvSpPr>
            <a:spLocks noGrp="1"/>
          </p:cNvSpPr>
          <p:nvPr>
            <p:ph type="ftr" sz="quarter" idx="11"/>
          </p:nvPr>
        </p:nvSpPr>
        <p:spPr>
          <a:xfrm>
            <a:off x="1525917" y="6309360"/>
            <a:ext cx="4946592" cy="457200"/>
          </a:xfrm>
        </p:spPr>
        <p:txBody>
          <a:bodyPr rtlCol="0"/>
          <a:lstStyle/>
          <a:p>
            <a:pPr rtl="0"/>
            <a:r>
              <a:rPr lang="en-GB" dirty="0"/>
              <a:t>PBT Group – Data Specialists</a:t>
            </a:r>
          </a:p>
        </p:txBody>
      </p:sp>
      <p:sp>
        <p:nvSpPr>
          <p:cNvPr id="33" name="Date Placeholder 32">
            <a:extLst>
              <a:ext uri="{FF2B5EF4-FFF2-40B4-BE49-F238E27FC236}">
                <a16:creationId xmlns:a16="http://schemas.microsoft.com/office/drawing/2014/main" id="{0D675628-85B5-4093-90F8-769A1F3405CE}"/>
              </a:ext>
            </a:extLst>
          </p:cNvPr>
          <p:cNvSpPr>
            <a:spLocks noGrp="1"/>
          </p:cNvSpPr>
          <p:nvPr>
            <p:ph type="dt" sz="half" idx="10"/>
          </p:nvPr>
        </p:nvSpPr>
        <p:spPr>
          <a:xfrm>
            <a:off x="7377730" y="6309360"/>
            <a:ext cx="2736329" cy="457200"/>
          </a:xfrm>
        </p:spPr>
        <p:txBody>
          <a:bodyPr rtlCol="0"/>
          <a:lstStyle/>
          <a:p>
            <a:pPr rtl="0"/>
            <a:r>
              <a:rPr lang="en-GB" dirty="0"/>
              <a:t>01/11/2025</a:t>
            </a:r>
          </a:p>
        </p:txBody>
      </p:sp>
      <p:sp>
        <p:nvSpPr>
          <p:cNvPr id="35" name="Slide Number Placeholder 34">
            <a:extLst>
              <a:ext uri="{FF2B5EF4-FFF2-40B4-BE49-F238E27FC236}">
                <a16:creationId xmlns:a16="http://schemas.microsoft.com/office/drawing/2014/main" id="{6F05ADB0-C4C0-4EB9-ACD6-D5D69C07C06E}"/>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pPr rtl="0"/>
              <a:t>12</a:t>
            </a:fld>
            <a:endParaRPr lang="en-GB" dirty="0"/>
          </a:p>
        </p:txBody>
      </p:sp>
      <p:pic>
        <p:nvPicPr>
          <p:cNvPr id="2" name="Picture 1" descr="A person in a white shirt&#10;&#10;Description automatically generated">
            <a:extLst>
              <a:ext uri="{FF2B5EF4-FFF2-40B4-BE49-F238E27FC236}">
                <a16:creationId xmlns:a16="http://schemas.microsoft.com/office/drawing/2014/main" id="{5C43CF25-00DD-E867-2F5B-7E6A4BA30715}"/>
              </a:ext>
            </a:extLst>
          </p:cNvPr>
          <p:cNvPicPr>
            <a:picLocks noChangeAspect="1"/>
          </p:cNvPicPr>
          <p:nvPr/>
        </p:nvPicPr>
        <p:blipFill>
          <a:blip r:embed="rId4"/>
          <a:stretch>
            <a:fillRect/>
          </a:stretch>
        </p:blipFill>
        <p:spPr>
          <a:xfrm>
            <a:off x="7903924" y="-4403"/>
            <a:ext cx="3443316" cy="3388421"/>
          </a:xfrm>
          <a:prstGeom prst="rect">
            <a:avLst/>
          </a:prstGeom>
        </p:spPr>
      </p:pic>
      <p:sp>
        <p:nvSpPr>
          <p:cNvPr id="6" name="Picture Placeholder 5">
            <a:extLst>
              <a:ext uri="{FF2B5EF4-FFF2-40B4-BE49-F238E27FC236}">
                <a16:creationId xmlns:a16="http://schemas.microsoft.com/office/drawing/2014/main" id="{C80F08AF-6304-25B5-818C-C03B1BC2AC01}"/>
              </a:ext>
            </a:extLst>
          </p:cNvPr>
          <p:cNvSpPr>
            <a:spLocks noGrp="1"/>
          </p:cNvSpPr>
          <p:nvPr>
            <p:ph type="pic" sz="quarter" idx="14"/>
          </p:nvPr>
        </p:nvSpPr>
        <p:spPr>
          <a:xfrm>
            <a:off x="12953731" y="2232315"/>
            <a:ext cx="5333977" cy="3392053"/>
          </a:xfrm>
        </p:spPr>
      </p:sp>
    </p:spTree>
    <p:extLst>
      <p:ext uri="{BB962C8B-B14F-4D97-AF65-F5344CB8AC3E}">
        <p14:creationId xmlns:p14="http://schemas.microsoft.com/office/powerpoint/2010/main" val="798203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Placeholder 55" descr="Building Skyline">
            <a:extLst>
              <a:ext uri="{FF2B5EF4-FFF2-40B4-BE49-F238E27FC236}">
                <a16:creationId xmlns:a16="http://schemas.microsoft.com/office/drawing/2014/main" id="{8151A96E-A066-4899-8E11-03CDD28C5500}"/>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12192000" cy="6858000"/>
          </a:xfrm>
        </p:spPr>
      </p:pic>
      <p:sp>
        <p:nvSpPr>
          <p:cNvPr id="41" name="Title 40">
            <a:extLst>
              <a:ext uri="{FF2B5EF4-FFF2-40B4-BE49-F238E27FC236}">
                <a16:creationId xmlns:a16="http://schemas.microsoft.com/office/drawing/2014/main" id="{1B3AD758-B43F-43DC-8A29-B21D2FA57DB1}"/>
              </a:ext>
            </a:extLst>
          </p:cNvPr>
          <p:cNvSpPr>
            <a:spLocks noGrp="1"/>
          </p:cNvSpPr>
          <p:nvPr>
            <p:ph type="title"/>
          </p:nvPr>
        </p:nvSpPr>
        <p:spPr>
          <a:xfrm>
            <a:off x="-1725" y="1095508"/>
            <a:ext cx="4606535" cy="3936931"/>
          </a:xfrm>
        </p:spPr>
        <p:txBody>
          <a:bodyPr rtlCol="0" anchor="b">
            <a:noAutofit/>
          </a:bodyPr>
          <a:lstStyle/>
          <a:p>
            <a:pPr rtl="0"/>
            <a:r>
              <a:rPr lang="en-GB" dirty="0"/>
              <a:t>“Without data you’re just another person with an opinion”</a:t>
            </a:r>
            <a:br>
              <a:rPr lang="en-GB" dirty="0"/>
            </a:br>
            <a:br>
              <a:rPr lang="en-GB" dirty="0"/>
            </a:br>
            <a:r>
              <a:rPr lang="en-GB" sz="1800" dirty="0"/>
              <a:t>- W. Edwards Deming</a:t>
            </a:r>
          </a:p>
        </p:txBody>
      </p:sp>
      <p:sp>
        <p:nvSpPr>
          <p:cNvPr id="42" name="Text Placeholder 41">
            <a:extLst>
              <a:ext uri="{FF2B5EF4-FFF2-40B4-BE49-F238E27FC236}">
                <a16:creationId xmlns:a16="http://schemas.microsoft.com/office/drawing/2014/main" id="{1D83C2FF-8BF9-4D9A-90A2-5676AC906E6E}"/>
              </a:ext>
            </a:extLst>
          </p:cNvPr>
          <p:cNvSpPr>
            <a:spLocks noGrp="1"/>
          </p:cNvSpPr>
          <p:nvPr>
            <p:ph type="body" sz="quarter" idx="14"/>
          </p:nvPr>
        </p:nvSpPr>
        <p:spPr>
          <a:xfrm>
            <a:off x="2301542" y="7934262"/>
            <a:ext cx="4606535" cy="1079962"/>
          </a:xfrm>
        </p:spPr>
        <p:txBody>
          <a:bodyPr rtlCol="0">
            <a:normAutofit/>
          </a:bodyPr>
          <a:lstStyle/>
          <a:p>
            <a:pPr rtl="0"/>
            <a:endParaRPr lang="en-GB" dirty="0"/>
          </a:p>
        </p:txBody>
      </p:sp>
      <p:sp>
        <p:nvSpPr>
          <p:cNvPr id="23" name="Footer Placeholder 22">
            <a:extLst>
              <a:ext uri="{FF2B5EF4-FFF2-40B4-BE49-F238E27FC236}">
                <a16:creationId xmlns:a16="http://schemas.microsoft.com/office/drawing/2014/main" id="{2D194642-A6DF-44F2-AADD-B91BD7DF2EEB}"/>
              </a:ext>
            </a:extLst>
          </p:cNvPr>
          <p:cNvSpPr>
            <a:spLocks noGrp="1"/>
          </p:cNvSpPr>
          <p:nvPr>
            <p:ph type="ftr" sz="quarter" idx="11"/>
          </p:nvPr>
        </p:nvSpPr>
        <p:spPr>
          <a:xfrm>
            <a:off x="855388" y="6309360"/>
            <a:ext cx="6007691" cy="457200"/>
          </a:xfrm>
        </p:spPr>
        <p:txBody>
          <a:bodyPr rtlCol="0"/>
          <a:lstStyle/>
          <a:p>
            <a:pPr algn="l" rtl="0"/>
            <a:r>
              <a:rPr lang="en-GB" dirty="0"/>
              <a:t>PBT Group – Data Specialists</a:t>
            </a:r>
          </a:p>
        </p:txBody>
      </p:sp>
      <p:sp>
        <p:nvSpPr>
          <p:cNvPr id="22" name="Date Placeholder 21">
            <a:extLst>
              <a:ext uri="{FF2B5EF4-FFF2-40B4-BE49-F238E27FC236}">
                <a16:creationId xmlns:a16="http://schemas.microsoft.com/office/drawing/2014/main" id="{4BF5207B-DCE0-4C8D-BC19-B3B495A8C6FA}"/>
              </a:ext>
            </a:extLst>
          </p:cNvPr>
          <p:cNvSpPr>
            <a:spLocks noGrp="1"/>
          </p:cNvSpPr>
          <p:nvPr>
            <p:ph type="dt" sz="half" idx="10"/>
          </p:nvPr>
        </p:nvSpPr>
        <p:spPr>
          <a:xfrm>
            <a:off x="8197353" y="6309360"/>
            <a:ext cx="2151134" cy="457200"/>
          </a:xfrm>
        </p:spPr>
        <p:txBody>
          <a:bodyPr rtlCol="0"/>
          <a:lstStyle/>
          <a:p>
            <a:pPr rtl="0"/>
            <a:r>
              <a:rPr lang="en-GB" dirty="0"/>
              <a:t>01/12/2025</a:t>
            </a:r>
          </a:p>
        </p:txBody>
      </p:sp>
      <p:sp>
        <p:nvSpPr>
          <p:cNvPr id="24" name="Slide Number Placeholder 23">
            <a:extLst>
              <a:ext uri="{FF2B5EF4-FFF2-40B4-BE49-F238E27FC236}">
                <a16:creationId xmlns:a16="http://schemas.microsoft.com/office/drawing/2014/main" id="{8CCD3357-E9A1-4B6C-ACE7-EBAE9E70BFD0}"/>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pPr rtl="0"/>
              <a:t>13</a:t>
            </a:fld>
            <a:endParaRPr lang="en-GB" dirty="0"/>
          </a:p>
        </p:txBody>
      </p:sp>
    </p:spTree>
    <p:extLst>
      <p:ext uri="{BB962C8B-B14F-4D97-AF65-F5344CB8AC3E}">
        <p14:creationId xmlns:p14="http://schemas.microsoft.com/office/powerpoint/2010/main" val="3185117035"/>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4515236.tgt.Office_50301644_TF56000440_Win32_OJ112196103" id="{580BD9EC-6C19-4542-8B14-DA369C5CDA21}" vid="{FD53FB74-34FC-41BD-841A-01F39158635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0F1594-3EA9-4B35-B72A-00D8B89F015B}">
  <ds:schemaRefs>
    <ds:schemaRef ds:uri="http://schemas.microsoft.com/sharepoint/v3/contenttype/forms"/>
  </ds:schemaRefs>
</ds:datastoreItem>
</file>

<file path=customXml/itemProps2.xml><?xml version="1.0" encoding="utf-8"?>
<ds:datastoreItem xmlns:ds="http://schemas.openxmlformats.org/officeDocument/2006/customXml" ds:itemID="{9BF9B764-6365-43A2-B92A-B9C4DD6E9B2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99F8CEDD-DC61-403E-AD0F-EF7523F627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ShojiVTI</Template>
  <TotalTime>1731</TotalTime>
  <Words>2285</Words>
  <Application>Microsoft Macintosh PowerPoint</Application>
  <PresentationFormat>Widescreen</PresentationFormat>
  <Paragraphs>162</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Meiryo</vt:lpstr>
      <vt:lpstr>Arial</vt:lpstr>
      <vt:lpstr>Calibri</vt:lpstr>
      <vt:lpstr>Corbel</vt:lpstr>
      <vt:lpstr>Helvetica Neue</vt:lpstr>
      <vt:lpstr>ShojiVTI</vt:lpstr>
      <vt:lpstr>Vmobile </vt:lpstr>
      <vt:lpstr>Business use case and the gap causing the issue:</vt:lpstr>
      <vt:lpstr>Project Deliverables</vt:lpstr>
      <vt:lpstr>Project Scope</vt:lpstr>
      <vt:lpstr>Database schema</vt:lpstr>
      <vt:lpstr>Master Record Logic</vt:lpstr>
      <vt:lpstr>Optimizing qualifying subscriber calculation</vt:lpstr>
      <vt:lpstr>Weekly Report Generated</vt:lpstr>
      <vt:lpstr>Visualizations generated</vt:lpstr>
      <vt:lpstr>Visualizations generated</vt:lpstr>
      <vt:lpstr>Conclusion and Findings</vt:lpstr>
      <vt:lpstr>THANK YOU  Questions?</vt:lpstr>
      <vt:lpstr>“Without data you’re just another person with an opinion”  - W. Edwards Deming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Vmobile </dc:title>
  <dc:creator>Ethan Roelf</dc:creator>
  <cp:lastModifiedBy>Ethan Roelf</cp:lastModifiedBy>
  <cp:revision>21</cp:revision>
  <dcterms:created xsi:type="dcterms:W3CDTF">2025-11-30T13:41:12Z</dcterms:created>
  <dcterms:modified xsi:type="dcterms:W3CDTF">2025-12-03T21:16:24Z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